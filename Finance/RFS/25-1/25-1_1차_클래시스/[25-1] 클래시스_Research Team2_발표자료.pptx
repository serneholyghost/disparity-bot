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2.xml" ContentType="application/vnd.openxmlformats-officedocument.drawingml.chartshapes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7" r:id="rId2"/>
    <p:sldId id="337" r:id="rId3"/>
    <p:sldId id="407" r:id="rId4"/>
    <p:sldId id="430" r:id="rId5"/>
    <p:sldId id="431" r:id="rId6"/>
    <p:sldId id="432" r:id="rId7"/>
    <p:sldId id="433" r:id="rId8"/>
    <p:sldId id="434" r:id="rId9"/>
    <p:sldId id="435" r:id="rId10"/>
    <p:sldId id="439" r:id="rId11"/>
    <p:sldId id="440" r:id="rId12"/>
    <p:sldId id="436" r:id="rId13"/>
    <p:sldId id="416" r:id="rId14"/>
    <p:sldId id="417" r:id="rId15"/>
    <p:sldId id="419" r:id="rId16"/>
    <p:sldId id="418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8" r:id="rId25"/>
    <p:sldId id="429" r:id="rId26"/>
    <p:sldId id="437" r:id="rId27"/>
    <p:sldId id="438" r:id="rId2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" initials="j" lastIdx="1" clrIdx="0">
    <p:extLst>
      <p:ext uri="{19B8F6BF-5375-455C-9EA6-DF929625EA0E}">
        <p15:presenceInfo xmlns:p15="http://schemas.microsoft.com/office/powerpoint/2012/main" userId="j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  <a:srgbClr val="FF3300"/>
    <a:srgbClr val="203864"/>
    <a:srgbClr val="2F5597"/>
    <a:srgbClr val="161619"/>
    <a:srgbClr val="FA005F"/>
    <a:srgbClr val="1B2853"/>
    <a:srgbClr val="960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70" autoAdjust="0"/>
    <p:restoredTop sz="95964" autoAdjust="0"/>
  </p:normalViewPr>
  <p:slideViewPr>
    <p:cSldViewPr snapToGrid="0">
      <p:cViewPr varScale="1">
        <p:scale>
          <a:sx n="75" d="100"/>
          <a:sy n="75" d="100"/>
        </p:scale>
        <p:origin x="64" y="3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54620;&#50872;\Desktop\RFS\1&#52264;%20&#44592;&#50629;&#48516;&#49437;_%20&#53364;&#47000;&#49884;&#49828;\&#53364;&#47000;&#49884;&#49828;%20&#44536;&#47000;&#5453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54620;&#50872;\Desktop\RFS\1&#52264;%20&#44592;&#50629;&#48516;&#49437;_%20&#53364;&#47000;&#49884;&#49828;\&#53364;&#47000;&#49884;&#49828;%20&#44536;&#47000;&#54532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54620;&#50872;\Desktop\RFS\1&#52264;%20&#44592;&#50629;&#48516;&#49437;_%20&#53364;&#47000;&#49884;&#49828;\&#53364;&#47000;&#49884;&#49828;%20&#44536;&#47000;&#54532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1221;&#54620;&#50872;\Desktop\RFS\1&#52264;%20&#44592;&#50629;&#48516;&#49437;_%20&#53364;&#47000;&#49884;&#49828;\&#53364;&#47000;&#49884;&#49828;%20&#44536;&#47000;&#54532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rkj\OneDrive\&#48148;&#53461;%20&#54868;&#47732;\&#53685;&#54633;%20&#47928;&#49436;2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54889;&#49440;&#50864;\Desktop\RFS\40&#44592;%20&#47532;&#54252;&#53944;\1&#52264;_&#53364;&#47000;&#49884;&#49828;\&#44536;&#47000;&#54532;%20&#47784;&#51020;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53364;&#47000;&#49884;&#49828;%20&#44536;&#47000;&#54532;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747676912080059E-2"/>
          <c:y val="4.4915018406273786E-2"/>
          <c:w val="0.93359542530378847"/>
          <c:h val="0.83943368573374644"/>
        </c:manualLayout>
      </c:layout>
      <c:lineChart>
        <c:grouping val="standard"/>
        <c:varyColors val="0"/>
        <c:ser>
          <c:idx val="0"/>
          <c:order val="0"/>
          <c:tx>
            <c:strRef>
              <c:f>Sheet4!$A$15</c:f>
              <c:strCache>
                <c:ptCount val="1"/>
                <c:pt idx="0">
                  <c:v>미용/의료기기</c:v>
                </c:pt>
              </c:strCache>
            </c:strRef>
          </c:tx>
          <c:spPr>
            <a:ln w="2222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Sheet4!$B$2:$KK$2</c:f>
              <c:numCache>
                <c:formatCode>m/d/yyyy</c:formatCode>
                <c:ptCount val="296"/>
                <c:pt idx="0">
                  <c:v>45293</c:v>
                </c:pt>
                <c:pt idx="1">
                  <c:v>45294</c:v>
                </c:pt>
                <c:pt idx="2">
                  <c:v>45295</c:v>
                </c:pt>
                <c:pt idx="3">
                  <c:v>45296</c:v>
                </c:pt>
                <c:pt idx="4">
                  <c:v>45299</c:v>
                </c:pt>
                <c:pt idx="5">
                  <c:v>45300</c:v>
                </c:pt>
                <c:pt idx="6">
                  <c:v>45301</c:v>
                </c:pt>
                <c:pt idx="7">
                  <c:v>45302</c:v>
                </c:pt>
                <c:pt idx="8">
                  <c:v>45303</c:v>
                </c:pt>
                <c:pt idx="9">
                  <c:v>45306</c:v>
                </c:pt>
                <c:pt idx="10">
                  <c:v>45307</c:v>
                </c:pt>
                <c:pt idx="11">
                  <c:v>45308</c:v>
                </c:pt>
                <c:pt idx="12">
                  <c:v>45309</c:v>
                </c:pt>
                <c:pt idx="13">
                  <c:v>45310</c:v>
                </c:pt>
                <c:pt idx="14">
                  <c:v>45313</c:v>
                </c:pt>
                <c:pt idx="15">
                  <c:v>45314</c:v>
                </c:pt>
                <c:pt idx="16">
                  <c:v>45315</c:v>
                </c:pt>
                <c:pt idx="17">
                  <c:v>45316</c:v>
                </c:pt>
                <c:pt idx="18">
                  <c:v>45317</c:v>
                </c:pt>
                <c:pt idx="19">
                  <c:v>45320</c:v>
                </c:pt>
                <c:pt idx="20">
                  <c:v>45321</c:v>
                </c:pt>
                <c:pt idx="21">
                  <c:v>45322</c:v>
                </c:pt>
                <c:pt idx="22">
                  <c:v>45323</c:v>
                </c:pt>
                <c:pt idx="23">
                  <c:v>45324</c:v>
                </c:pt>
                <c:pt idx="24">
                  <c:v>45327</c:v>
                </c:pt>
                <c:pt idx="25">
                  <c:v>45328</c:v>
                </c:pt>
                <c:pt idx="26">
                  <c:v>45329</c:v>
                </c:pt>
                <c:pt idx="27">
                  <c:v>45330</c:v>
                </c:pt>
                <c:pt idx="28">
                  <c:v>45335</c:v>
                </c:pt>
                <c:pt idx="29">
                  <c:v>45336</c:v>
                </c:pt>
                <c:pt idx="30">
                  <c:v>45337</c:v>
                </c:pt>
                <c:pt idx="31">
                  <c:v>45338</c:v>
                </c:pt>
                <c:pt idx="32">
                  <c:v>45341</c:v>
                </c:pt>
                <c:pt idx="33">
                  <c:v>45342</c:v>
                </c:pt>
                <c:pt idx="34">
                  <c:v>45343</c:v>
                </c:pt>
                <c:pt idx="35">
                  <c:v>45344</c:v>
                </c:pt>
                <c:pt idx="36">
                  <c:v>45345</c:v>
                </c:pt>
                <c:pt idx="37">
                  <c:v>45348</c:v>
                </c:pt>
                <c:pt idx="38">
                  <c:v>45349</c:v>
                </c:pt>
                <c:pt idx="39">
                  <c:v>45350</c:v>
                </c:pt>
                <c:pt idx="40">
                  <c:v>45351</c:v>
                </c:pt>
                <c:pt idx="41">
                  <c:v>45355</c:v>
                </c:pt>
                <c:pt idx="42">
                  <c:v>45356</c:v>
                </c:pt>
                <c:pt idx="43">
                  <c:v>45357</c:v>
                </c:pt>
                <c:pt idx="44">
                  <c:v>45358</c:v>
                </c:pt>
                <c:pt idx="45">
                  <c:v>45359</c:v>
                </c:pt>
                <c:pt idx="46">
                  <c:v>45362</c:v>
                </c:pt>
                <c:pt idx="47">
                  <c:v>45363</c:v>
                </c:pt>
                <c:pt idx="48">
                  <c:v>45364</c:v>
                </c:pt>
                <c:pt idx="49">
                  <c:v>45365</c:v>
                </c:pt>
                <c:pt idx="50">
                  <c:v>45366</c:v>
                </c:pt>
                <c:pt idx="51">
                  <c:v>45369</c:v>
                </c:pt>
                <c:pt idx="52">
                  <c:v>45370</c:v>
                </c:pt>
                <c:pt idx="53">
                  <c:v>45371</c:v>
                </c:pt>
                <c:pt idx="54">
                  <c:v>45372</c:v>
                </c:pt>
                <c:pt idx="55">
                  <c:v>45373</c:v>
                </c:pt>
                <c:pt idx="56">
                  <c:v>45376</c:v>
                </c:pt>
                <c:pt idx="57">
                  <c:v>45377</c:v>
                </c:pt>
                <c:pt idx="58">
                  <c:v>45378</c:v>
                </c:pt>
                <c:pt idx="59">
                  <c:v>45379</c:v>
                </c:pt>
                <c:pt idx="60">
                  <c:v>45380</c:v>
                </c:pt>
                <c:pt idx="61">
                  <c:v>45383</c:v>
                </c:pt>
                <c:pt idx="62">
                  <c:v>45384</c:v>
                </c:pt>
                <c:pt idx="63">
                  <c:v>45385</c:v>
                </c:pt>
                <c:pt idx="64">
                  <c:v>45386</c:v>
                </c:pt>
                <c:pt idx="65">
                  <c:v>45387</c:v>
                </c:pt>
                <c:pt idx="66">
                  <c:v>45390</c:v>
                </c:pt>
                <c:pt idx="67">
                  <c:v>45391</c:v>
                </c:pt>
                <c:pt idx="68">
                  <c:v>45393</c:v>
                </c:pt>
                <c:pt idx="69">
                  <c:v>45394</c:v>
                </c:pt>
                <c:pt idx="70">
                  <c:v>45397</c:v>
                </c:pt>
                <c:pt idx="71">
                  <c:v>45398</c:v>
                </c:pt>
                <c:pt idx="72">
                  <c:v>45399</c:v>
                </c:pt>
                <c:pt idx="73">
                  <c:v>45400</c:v>
                </c:pt>
                <c:pt idx="74">
                  <c:v>45401</c:v>
                </c:pt>
                <c:pt idx="75">
                  <c:v>45404</c:v>
                </c:pt>
                <c:pt idx="76">
                  <c:v>45405</c:v>
                </c:pt>
                <c:pt idx="77">
                  <c:v>45406</c:v>
                </c:pt>
                <c:pt idx="78">
                  <c:v>45407</c:v>
                </c:pt>
                <c:pt idx="79">
                  <c:v>45408</c:v>
                </c:pt>
                <c:pt idx="80">
                  <c:v>45411</c:v>
                </c:pt>
                <c:pt idx="81">
                  <c:v>45412</c:v>
                </c:pt>
                <c:pt idx="82">
                  <c:v>45414</c:v>
                </c:pt>
                <c:pt idx="83">
                  <c:v>45415</c:v>
                </c:pt>
                <c:pt idx="84">
                  <c:v>45419</c:v>
                </c:pt>
                <c:pt idx="85">
                  <c:v>45420</c:v>
                </c:pt>
                <c:pt idx="86">
                  <c:v>45421</c:v>
                </c:pt>
                <c:pt idx="87">
                  <c:v>45422</c:v>
                </c:pt>
                <c:pt idx="88">
                  <c:v>45425</c:v>
                </c:pt>
                <c:pt idx="89">
                  <c:v>45426</c:v>
                </c:pt>
                <c:pt idx="90">
                  <c:v>45428</c:v>
                </c:pt>
                <c:pt idx="91">
                  <c:v>45429</c:v>
                </c:pt>
                <c:pt idx="92">
                  <c:v>45432</c:v>
                </c:pt>
                <c:pt idx="93">
                  <c:v>45433</c:v>
                </c:pt>
                <c:pt idx="94">
                  <c:v>45434</c:v>
                </c:pt>
                <c:pt idx="95">
                  <c:v>45435</c:v>
                </c:pt>
                <c:pt idx="96">
                  <c:v>45436</c:v>
                </c:pt>
                <c:pt idx="97">
                  <c:v>45439</c:v>
                </c:pt>
                <c:pt idx="98">
                  <c:v>45440</c:v>
                </c:pt>
                <c:pt idx="99">
                  <c:v>45441</c:v>
                </c:pt>
                <c:pt idx="100">
                  <c:v>45442</c:v>
                </c:pt>
                <c:pt idx="101">
                  <c:v>45443</c:v>
                </c:pt>
                <c:pt idx="102">
                  <c:v>45446</c:v>
                </c:pt>
                <c:pt idx="103">
                  <c:v>45447</c:v>
                </c:pt>
                <c:pt idx="104">
                  <c:v>45448</c:v>
                </c:pt>
                <c:pt idx="105">
                  <c:v>45450</c:v>
                </c:pt>
                <c:pt idx="106">
                  <c:v>45453</c:v>
                </c:pt>
                <c:pt idx="107">
                  <c:v>45454</c:v>
                </c:pt>
                <c:pt idx="108">
                  <c:v>45455</c:v>
                </c:pt>
                <c:pt idx="109">
                  <c:v>45456</c:v>
                </c:pt>
                <c:pt idx="110">
                  <c:v>45457</c:v>
                </c:pt>
                <c:pt idx="111">
                  <c:v>45460</c:v>
                </c:pt>
                <c:pt idx="112">
                  <c:v>45461</c:v>
                </c:pt>
                <c:pt idx="113">
                  <c:v>45462</c:v>
                </c:pt>
                <c:pt idx="114">
                  <c:v>45463</c:v>
                </c:pt>
                <c:pt idx="115">
                  <c:v>45464</c:v>
                </c:pt>
                <c:pt idx="116">
                  <c:v>45467</c:v>
                </c:pt>
                <c:pt idx="117">
                  <c:v>45468</c:v>
                </c:pt>
                <c:pt idx="118">
                  <c:v>45469</c:v>
                </c:pt>
                <c:pt idx="119">
                  <c:v>45470</c:v>
                </c:pt>
                <c:pt idx="120">
                  <c:v>45471</c:v>
                </c:pt>
                <c:pt idx="121">
                  <c:v>45474</c:v>
                </c:pt>
                <c:pt idx="122">
                  <c:v>45475</c:v>
                </c:pt>
                <c:pt idx="123">
                  <c:v>45476</c:v>
                </c:pt>
                <c:pt idx="124">
                  <c:v>45477</c:v>
                </c:pt>
                <c:pt idx="125">
                  <c:v>45478</c:v>
                </c:pt>
                <c:pt idx="126">
                  <c:v>45481</c:v>
                </c:pt>
                <c:pt idx="127">
                  <c:v>45482</c:v>
                </c:pt>
                <c:pt idx="128">
                  <c:v>45483</c:v>
                </c:pt>
                <c:pt idx="129">
                  <c:v>45484</c:v>
                </c:pt>
                <c:pt idx="130">
                  <c:v>45485</c:v>
                </c:pt>
                <c:pt idx="131">
                  <c:v>45488</c:v>
                </c:pt>
                <c:pt idx="132">
                  <c:v>45489</c:v>
                </c:pt>
                <c:pt idx="133">
                  <c:v>45490</c:v>
                </c:pt>
                <c:pt idx="134">
                  <c:v>45491</c:v>
                </c:pt>
                <c:pt idx="135">
                  <c:v>45492</c:v>
                </c:pt>
                <c:pt idx="136">
                  <c:v>45495</c:v>
                </c:pt>
                <c:pt idx="137">
                  <c:v>45496</c:v>
                </c:pt>
                <c:pt idx="138">
                  <c:v>45497</c:v>
                </c:pt>
                <c:pt idx="139">
                  <c:v>45498</c:v>
                </c:pt>
                <c:pt idx="140">
                  <c:v>45499</c:v>
                </c:pt>
                <c:pt idx="141">
                  <c:v>45502</c:v>
                </c:pt>
                <c:pt idx="142">
                  <c:v>45503</c:v>
                </c:pt>
                <c:pt idx="143">
                  <c:v>45504</c:v>
                </c:pt>
                <c:pt idx="144">
                  <c:v>45505</c:v>
                </c:pt>
                <c:pt idx="145">
                  <c:v>45506</c:v>
                </c:pt>
                <c:pt idx="146">
                  <c:v>45509</c:v>
                </c:pt>
                <c:pt idx="147">
                  <c:v>45510</c:v>
                </c:pt>
                <c:pt idx="148">
                  <c:v>45511</c:v>
                </c:pt>
                <c:pt idx="149">
                  <c:v>45512</c:v>
                </c:pt>
                <c:pt idx="150">
                  <c:v>45513</c:v>
                </c:pt>
                <c:pt idx="151">
                  <c:v>45516</c:v>
                </c:pt>
                <c:pt idx="152">
                  <c:v>45517</c:v>
                </c:pt>
                <c:pt idx="153">
                  <c:v>45518</c:v>
                </c:pt>
                <c:pt idx="154">
                  <c:v>45520</c:v>
                </c:pt>
                <c:pt idx="155">
                  <c:v>45523</c:v>
                </c:pt>
                <c:pt idx="156">
                  <c:v>45524</c:v>
                </c:pt>
                <c:pt idx="157">
                  <c:v>45525</c:v>
                </c:pt>
                <c:pt idx="158">
                  <c:v>45526</c:v>
                </c:pt>
                <c:pt idx="159">
                  <c:v>45527</c:v>
                </c:pt>
                <c:pt idx="160">
                  <c:v>45530</c:v>
                </c:pt>
                <c:pt idx="161">
                  <c:v>45531</c:v>
                </c:pt>
                <c:pt idx="162">
                  <c:v>45532</c:v>
                </c:pt>
                <c:pt idx="163">
                  <c:v>45533</c:v>
                </c:pt>
                <c:pt idx="164">
                  <c:v>45534</c:v>
                </c:pt>
                <c:pt idx="165">
                  <c:v>45537</c:v>
                </c:pt>
                <c:pt idx="166">
                  <c:v>45538</c:v>
                </c:pt>
                <c:pt idx="167">
                  <c:v>45539</c:v>
                </c:pt>
                <c:pt idx="168">
                  <c:v>45540</c:v>
                </c:pt>
                <c:pt idx="169">
                  <c:v>45541</c:v>
                </c:pt>
                <c:pt idx="170">
                  <c:v>45544</c:v>
                </c:pt>
                <c:pt idx="171">
                  <c:v>45545</c:v>
                </c:pt>
                <c:pt idx="172">
                  <c:v>45546</c:v>
                </c:pt>
                <c:pt idx="173">
                  <c:v>45547</c:v>
                </c:pt>
                <c:pt idx="174">
                  <c:v>45548</c:v>
                </c:pt>
                <c:pt idx="175">
                  <c:v>45554</c:v>
                </c:pt>
                <c:pt idx="176">
                  <c:v>45555</c:v>
                </c:pt>
                <c:pt idx="177">
                  <c:v>45558</c:v>
                </c:pt>
                <c:pt idx="178">
                  <c:v>45559</c:v>
                </c:pt>
                <c:pt idx="179">
                  <c:v>45560</c:v>
                </c:pt>
                <c:pt idx="180">
                  <c:v>45561</c:v>
                </c:pt>
                <c:pt idx="181">
                  <c:v>45562</c:v>
                </c:pt>
                <c:pt idx="182">
                  <c:v>45565</c:v>
                </c:pt>
                <c:pt idx="183">
                  <c:v>45567</c:v>
                </c:pt>
                <c:pt idx="184">
                  <c:v>45569</c:v>
                </c:pt>
                <c:pt idx="185">
                  <c:v>45572</c:v>
                </c:pt>
                <c:pt idx="186">
                  <c:v>45573</c:v>
                </c:pt>
                <c:pt idx="187">
                  <c:v>45575</c:v>
                </c:pt>
                <c:pt idx="188">
                  <c:v>45576</c:v>
                </c:pt>
                <c:pt idx="189">
                  <c:v>45579</c:v>
                </c:pt>
                <c:pt idx="190">
                  <c:v>45580</c:v>
                </c:pt>
                <c:pt idx="191">
                  <c:v>45581</c:v>
                </c:pt>
                <c:pt idx="192">
                  <c:v>45582</c:v>
                </c:pt>
                <c:pt idx="193">
                  <c:v>45583</c:v>
                </c:pt>
                <c:pt idx="194">
                  <c:v>45586</c:v>
                </c:pt>
                <c:pt idx="195">
                  <c:v>45587</c:v>
                </c:pt>
                <c:pt idx="196">
                  <c:v>45588</c:v>
                </c:pt>
                <c:pt idx="197">
                  <c:v>45589</c:v>
                </c:pt>
                <c:pt idx="198">
                  <c:v>45590</c:v>
                </c:pt>
                <c:pt idx="199">
                  <c:v>45593</c:v>
                </c:pt>
                <c:pt idx="200">
                  <c:v>45594</c:v>
                </c:pt>
                <c:pt idx="201">
                  <c:v>45595</c:v>
                </c:pt>
                <c:pt idx="202">
                  <c:v>45596</c:v>
                </c:pt>
                <c:pt idx="203">
                  <c:v>45597</c:v>
                </c:pt>
                <c:pt idx="204">
                  <c:v>45600</c:v>
                </c:pt>
                <c:pt idx="205">
                  <c:v>45601</c:v>
                </c:pt>
                <c:pt idx="206">
                  <c:v>45602</c:v>
                </c:pt>
                <c:pt idx="207">
                  <c:v>45603</c:v>
                </c:pt>
                <c:pt idx="208">
                  <c:v>45604</c:v>
                </c:pt>
                <c:pt idx="209">
                  <c:v>45607</c:v>
                </c:pt>
                <c:pt idx="210">
                  <c:v>45608</c:v>
                </c:pt>
                <c:pt idx="211">
                  <c:v>45609</c:v>
                </c:pt>
                <c:pt idx="212">
                  <c:v>45610</c:v>
                </c:pt>
                <c:pt idx="213">
                  <c:v>45611</c:v>
                </c:pt>
                <c:pt idx="214">
                  <c:v>45614</c:v>
                </c:pt>
                <c:pt idx="215">
                  <c:v>45615</c:v>
                </c:pt>
                <c:pt idx="216">
                  <c:v>45616</c:v>
                </c:pt>
                <c:pt idx="217">
                  <c:v>45617</c:v>
                </c:pt>
                <c:pt idx="218">
                  <c:v>45618</c:v>
                </c:pt>
                <c:pt idx="219">
                  <c:v>45621</c:v>
                </c:pt>
                <c:pt idx="220">
                  <c:v>45622</c:v>
                </c:pt>
                <c:pt idx="221">
                  <c:v>45623</c:v>
                </c:pt>
                <c:pt idx="222">
                  <c:v>45624</c:v>
                </c:pt>
                <c:pt idx="223">
                  <c:v>45625</c:v>
                </c:pt>
                <c:pt idx="224">
                  <c:v>45628</c:v>
                </c:pt>
                <c:pt idx="225">
                  <c:v>45629</c:v>
                </c:pt>
                <c:pt idx="226">
                  <c:v>45630</c:v>
                </c:pt>
                <c:pt idx="227">
                  <c:v>45631</c:v>
                </c:pt>
                <c:pt idx="228">
                  <c:v>45632</c:v>
                </c:pt>
                <c:pt idx="229">
                  <c:v>45635</c:v>
                </c:pt>
                <c:pt idx="230">
                  <c:v>45636</c:v>
                </c:pt>
                <c:pt idx="231">
                  <c:v>45637</c:v>
                </c:pt>
                <c:pt idx="232">
                  <c:v>45638</c:v>
                </c:pt>
                <c:pt idx="233">
                  <c:v>45639</c:v>
                </c:pt>
                <c:pt idx="234">
                  <c:v>45642</c:v>
                </c:pt>
                <c:pt idx="235">
                  <c:v>45643</c:v>
                </c:pt>
                <c:pt idx="236">
                  <c:v>45644</c:v>
                </c:pt>
                <c:pt idx="237">
                  <c:v>45645</c:v>
                </c:pt>
                <c:pt idx="238">
                  <c:v>45646</c:v>
                </c:pt>
                <c:pt idx="239">
                  <c:v>45649</c:v>
                </c:pt>
                <c:pt idx="240">
                  <c:v>45650</c:v>
                </c:pt>
                <c:pt idx="241">
                  <c:v>45652</c:v>
                </c:pt>
                <c:pt idx="242">
                  <c:v>45653</c:v>
                </c:pt>
                <c:pt idx="243">
                  <c:v>45656</c:v>
                </c:pt>
                <c:pt idx="244">
                  <c:v>45659</c:v>
                </c:pt>
                <c:pt idx="245">
                  <c:v>45660</c:v>
                </c:pt>
                <c:pt idx="246">
                  <c:v>45663</c:v>
                </c:pt>
                <c:pt idx="247">
                  <c:v>45664</c:v>
                </c:pt>
                <c:pt idx="248">
                  <c:v>45665</c:v>
                </c:pt>
                <c:pt idx="249">
                  <c:v>45666</c:v>
                </c:pt>
                <c:pt idx="250">
                  <c:v>45667</c:v>
                </c:pt>
                <c:pt idx="251">
                  <c:v>45670</c:v>
                </c:pt>
                <c:pt idx="252">
                  <c:v>45671</c:v>
                </c:pt>
                <c:pt idx="253">
                  <c:v>45672</c:v>
                </c:pt>
                <c:pt idx="254">
                  <c:v>45673</c:v>
                </c:pt>
                <c:pt idx="255">
                  <c:v>45674</c:v>
                </c:pt>
                <c:pt idx="256">
                  <c:v>45677</c:v>
                </c:pt>
                <c:pt idx="257">
                  <c:v>45678</c:v>
                </c:pt>
                <c:pt idx="258">
                  <c:v>45679</c:v>
                </c:pt>
                <c:pt idx="259">
                  <c:v>45680</c:v>
                </c:pt>
                <c:pt idx="260">
                  <c:v>45681</c:v>
                </c:pt>
                <c:pt idx="261">
                  <c:v>45688</c:v>
                </c:pt>
                <c:pt idx="262">
                  <c:v>45691</c:v>
                </c:pt>
                <c:pt idx="263">
                  <c:v>45692</c:v>
                </c:pt>
                <c:pt idx="264">
                  <c:v>45693</c:v>
                </c:pt>
                <c:pt idx="265">
                  <c:v>45694</c:v>
                </c:pt>
                <c:pt idx="266">
                  <c:v>45695</c:v>
                </c:pt>
                <c:pt idx="267">
                  <c:v>45698</c:v>
                </c:pt>
                <c:pt idx="268">
                  <c:v>45699</c:v>
                </c:pt>
                <c:pt idx="269">
                  <c:v>45700</c:v>
                </c:pt>
                <c:pt idx="270">
                  <c:v>45701</c:v>
                </c:pt>
                <c:pt idx="271">
                  <c:v>45702</c:v>
                </c:pt>
                <c:pt idx="272">
                  <c:v>45705</c:v>
                </c:pt>
                <c:pt idx="273">
                  <c:v>45706</c:v>
                </c:pt>
                <c:pt idx="274">
                  <c:v>45707</c:v>
                </c:pt>
                <c:pt idx="275">
                  <c:v>45708</c:v>
                </c:pt>
                <c:pt idx="276">
                  <c:v>45709</c:v>
                </c:pt>
                <c:pt idx="277">
                  <c:v>45712</c:v>
                </c:pt>
                <c:pt idx="278">
                  <c:v>45713</c:v>
                </c:pt>
                <c:pt idx="279">
                  <c:v>45714</c:v>
                </c:pt>
                <c:pt idx="280">
                  <c:v>45715</c:v>
                </c:pt>
                <c:pt idx="281">
                  <c:v>45716</c:v>
                </c:pt>
                <c:pt idx="282">
                  <c:v>45720</c:v>
                </c:pt>
                <c:pt idx="283">
                  <c:v>45721</c:v>
                </c:pt>
                <c:pt idx="284">
                  <c:v>45722</c:v>
                </c:pt>
                <c:pt idx="285">
                  <c:v>45723</c:v>
                </c:pt>
                <c:pt idx="286">
                  <c:v>45726</c:v>
                </c:pt>
                <c:pt idx="287">
                  <c:v>45727</c:v>
                </c:pt>
                <c:pt idx="288">
                  <c:v>45728</c:v>
                </c:pt>
                <c:pt idx="289">
                  <c:v>45729</c:v>
                </c:pt>
                <c:pt idx="290">
                  <c:v>45730</c:v>
                </c:pt>
                <c:pt idx="291">
                  <c:v>45733</c:v>
                </c:pt>
                <c:pt idx="292">
                  <c:v>45734</c:v>
                </c:pt>
                <c:pt idx="293">
                  <c:v>45735</c:v>
                </c:pt>
                <c:pt idx="294">
                  <c:v>45736</c:v>
                </c:pt>
                <c:pt idx="295">
                  <c:v>45737</c:v>
                </c:pt>
              </c:numCache>
            </c:numRef>
          </c:cat>
          <c:val>
            <c:numRef>
              <c:f>Sheet4!$B$15:$KK$15</c:f>
              <c:numCache>
                <c:formatCode>General</c:formatCode>
                <c:ptCount val="296"/>
                <c:pt idx="0">
                  <c:v>100</c:v>
                </c:pt>
                <c:pt idx="1">
                  <c:v>101.9645732689211</c:v>
                </c:pt>
                <c:pt idx="2">
                  <c:v>101.46537842190016</c:v>
                </c:pt>
                <c:pt idx="3">
                  <c:v>100.15387368044372</c:v>
                </c:pt>
                <c:pt idx="4">
                  <c:v>98.924673465736262</c:v>
                </c:pt>
                <c:pt idx="5">
                  <c:v>101.87690105564502</c:v>
                </c:pt>
                <c:pt idx="6">
                  <c:v>102.66774020397209</c:v>
                </c:pt>
                <c:pt idx="7">
                  <c:v>103.52120236178206</c:v>
                </c:pt>
                <c:pt idx="8">
                  <c:v>101.63535516192522</c:v>
                </c:pt>
                <c:pt idx="9">
                  <c:v>101.76954732510288</c:v>
                </c:pt>
                <c:pt idx="10">
                  <c:v>100.17534442655216</c:v>
                </c:pt>
                <c:pt idx="11">
                  <c:v>98.208981928788702</c:v>
                </c:pt>
                <c:pt idx="12">
                  <c:v>97.564859545535882</c:v>
                </c:pt>
                <c:pt idx="13">
                  <c:v>96.065485775630705</c:v>
                </c:pt>
                <c:pt idx="14">
                  <c:v>93.72338522096976</c:v>
                </c:pt>
                <c:pt idx="15">
                  <c:v>93.889783503310071</c:v>
                </c:pt>
                <c:pt idx="16">
                  <c:v>93.465736267668632</c:v>
                </c:pt>
                <c:pt idx="17">
                  <c:v>93.365539452495966</c:v>
                </c:pt>
                <c:pt idx="18">
                  <c:v>92.290212918232243</c:v>
                </c:pt>
                <c:pt idx="19">
                  <c:v>90.243335122562186</c:v>
                </c:pt>
                <c:pt idx="20">
                  <c:v>91.325818572195388</c:v>
                </c:pt>
                <c:pt idx="21">
                  <c:v>88.824476650563611</c:v>
                </c:pt>
                <c:pt idx="22">
                  <c:v>89.253891572732144</c:v>
                </c:pt>
                <c:pt idx="23">
                  <c:v>90.093039899803188</c:v>
                </c:pt>
                <c:pt idx="24">
                  <c:v>87.033458579352313</c:v>
                </c:pt>
                <c:pt idx="25">
                  <c:v>87.949543746645205</c:v>
                </c:pt>
                <c:pt idx="26">
                  <c:v>87.097870817677574</c:v>
                </c:pt>
                <c:pt idx="27">
                  <c:v>86.126319556271241</c:v>
                </c:pt>
                <c:pt idx="28">
                  <c:v>86.208624083020212</c:v>
                </c:pt>
                <c:pt idx="29">
                  <c:v>87.292896761495783</c:v>
                </c:pt>
                <c:pt idx="30">
                  <c:v>89.924852388620508</c:v>
                </c:pt>
                <c:pt idx="31">
                  <c:v>90.787260690642327</c:v>
                </c:pt>
                <c:pt idx="32">
                  <c:v>88.590087672213286</c:v>
                </c:pt>
                <c:pt idx="33">
                  <c:v>91.082483449633202</c:v>
                </c:pt>
                <c:pt idx="34">
                  <c:v>91.31866165682591</c:v>
                </c:pt>
                <c:pt idx="35">
                  <c:v>90.520665593129351</c:v>
                </c:pt>
                <c:pt idx="36">
                  <c:v>91.352657004830917</c:v>
                </c:pt>
                <c:pt idx="37">
                  <c:v>86.775809626051185</c:v>
                </c:pt>
                <c:pt idx="38">
                  <c:v>86.502057613168731</c:v>
                </c:pt>
                <c:pt idx="39">
                  <c:v>87.6561102164967</c:v>
                </c:pt>
                <c:pt idx="40">
                  <c:v>86.54857756307031</c:v>
                </c:pt>
                <c:pt idx="41">
                  <c:v>88.672392198962243</c:v>
                </c:pt>
                <c:pt idx="42">
                  <c:v>89.227053140096629</c:v>
                </c:pt>
                <c:pt idx="43">
                  <c:v>89.822866344605472</c:v>
                </c:pt>
                <c:pt idx="44">
                  <c:v>86.761495795312214</c:v>
                </c:pt>
                <c:pt idx="45">
                  <c:v>85.696904634102708</c:v>
                </c:pt>
                <c:pt idx="46">
                  <c:v>84.721774915011622</c:v>
                </c:pt>
                <c:pt idx="47">
                  <c:v>84.524959742351044</c:v>
                </c:pt>
                <c:pt idx="48">
                  <c:v>85.322955806047588</c:v>
                </c:pt>
                <c:pt idx="49">
                  <c:v>85.854356772231171</c:v>
                </c:pt>
                <c:pt idx="50">
                  <c:v>85.178028269815712</c:v>
                </c:pt>
                <c:pt idx="51">
                  <c:v>85.48398640186079</c:v>
                </c:pt>
                <c:pt idx="52">
                  <c:v>83.666129898013949</c:v>
                </c:pt>
                <c:pt idx="53">
                  <c:v>83.349436392914654</c:v>
                </c:pt>
                <c:pt idx="54">
                  <c:v>82.646269457863667</c:v>
                </c:pt>
                <c:pt idx="55">
                  <c:v>82.882447665056361</c:v>
                </c:pt>
                <c:pt idx="56">
                  <c:v>86.069064233315444</c:v>
                </c:pt>
                <c:pt idx="57">
                  <c:v>86.389336196099492</c:v>
                </c:pt>
                <c:pt idx="58">
                  <c:v>89.246734657362666</c:v>
                </c:pt>
                <c:pt idx="59">
                  <c:v>88.727858293075684</c:v>
                </c:pt>
                <c:pt idx="60">
                  <c:v>88.300232599749521</c:v>
                </c:pt>
                <c:pt idx="61">
                  <c:v>91.86616568259079</c:v>
                </c:pt>
                <c:pt idx="62">
                  <c:v>89.391662193594556</c:v>
                </c:pt>
                <c:pt idx="63">
                  <c:v>91.859008767221326</c:v>
                </c:pt>
                <c:pt idx="64">
                  <c:v>91.508319914117024</c:v>
                </c:pt>
                <c:pt idx="65">
                  <c:v>91.994990159241368</c:v>
                </c:pt>
                <c:pt idx="66">
                  <c:v>90.785471461799972</c:v>
                </c:pt>
                <c:pt idx="67">
                  <c:v>90.66917158704598</c:v>
                </c:pt>
                <c:pt idx="68">
                  <c:v>91.137949543746643</c:v>
                </c:pt>
                <c:pt idx="69">
                  <c:v>93.01485059939165</c:v>
                </c:pt>
                <c:pt idx="70">
                  <c:v>94.283413848631241</c:v>
                </c:pt>
                <c:pt idx="71">
                  <c:v>91.996779388083738</c:v>
                </c:pt>
                <c:pt idx="72">
                  <c:v>91.987833243871904</c:v>
                </c:pt>
                <c:pt idx="73">
                  <c:v>92.773304705671862</c:v>
                </c:pt>
                <c:pt idx="74">
                  <c:v>93.632134550008942</c:v>
                </c:pt>
                <c:pt idx="75">
                  <c:v>94.208266237251749</c:v>
                </c:pt>
                <c:pt idx="76">
                  <c:v>91.950259438182144</c:v>
                </c:pt>
                <c:pt idx="77">
                  <c:v>92.157809983896939</c:v>
                </c:pt>
                <c:pt idx="78">
                  <c:v>90.47951332975488</c:v>
                </c:pt>
                <c:pt idx="79">
                  <c:v>91.771336553945247</c:v>
                </c:pt>
                <c:pt idx="80">
                  <c:v>97.491501162998745</c:v>
                </c:pt>
                <c:pt idx="81">
                  <c:v>95.271068169618886</c:v>
                </c:pt>
                <c:pt idx="82">
                  <c:v>94.745034889962426</c:v>
                </c:pt>
                <c:pt idx="83">
                  <c:v>96.246197888709958</c:v>
                </c:pt>
                <c:pt idx="84">
                  <c:v>94.70746108427268</c:v>
                </c:pt>
                <c:pt idx="85">
                  <c:v>96.138844158167828</c:v>
                </c:pt>
                <c:pt idx="86">
                  <c:v>100.82662372517446</c:v>
                </c:pt>
                <c:pt idx="87">
                  <c:v>98.602612274109859</c:v>
                </c:pt>
                <c:pt idx="88">
                  <c:v>97.249955269278928</c:v>
                </c:pt>
                <c:pt idx="89">
                  <c:v>97.987117552334951</c:v>
                </c:pt>
                <c:pt idx="90">
                  <c:v>95.965288960458054</c:v>
                </c:pt>
                <c:pt idx="91">
                  <c:v>96.775809626051185</c:v>
                </c:pt>
                <c:pt idx="92">
                  <c:v>97.935229915906248</c:v>
                </c:pt>
                <c:pt idx="93">
                  <c:v>97.600644122383244</c:v>
                </c:pt>
                <c:pt idx="94">
                  <c:v>96.453748434424767</c:v>
                </c:pt>
                <c:pt idx="95">
                  <c:v>96.369654678833413</c:v>
                </c:pt>
                <c:pt idx="96">
                  <c:v>98.550724637681171</c:v>
                </c:pt>
                <c:pt idx="97">
                  <c:v>99.103596349973174</c:v>
                </c:pt>
                <c:pt idx="98">
                  <c:v>99.68688495258543</c:v>
                </c:pt>
                <c:pt idx="99">
                  <c:v>97.099660046519944</c:v>
                </c:pt>
                <c:pt idx="100">
                  <c:v>94.773662551440324</c:v>
                </c:pt>
                <c:pt idx="101">
                  <c:v>95.845410628019323</c:v>
                </c:pt>
                <c:pt idx="102">
                  <c:v>96.843800322061185</c:v>
                </c:pt>
                <c:pt idx="103">
                  <c:v>95.467883342279464</c:v>
                </c:pt>
                <c:pt idx="104">
                  <c:v>95.049203793165134</c:v>
                </c:pt>
                <c:pt idx="105">
                  <c:v>97.729468599033822</c:v>
                </c:pt>
                <c:pt idx="106">
                  <c:v>98.998031848273399</c:v>
                </c:pt>
                <c:pt idx="107">
                  <c:v>102.77151547682951</c:v>
                </c:pt>
                <c:pt idx="108">
                  <c:v>103.06673823582038</c:v>
                </c:pt>
                <c:pt idx="109">
                  <c:v>102.74467704419396</c:v>
                </c:pt>
                <c:pt idx="110">
                  <c:v>99.357666845589549</c:v>
                </c:pt>
                <c:pt idx="111">
                  <c:v>102.70173555197711</c:v>
                </c:pt>
                <c:pt idx="112">
                  <c:v>101.17373412059403</c:v>
                </c:pt>
                <c:pt idx="113">
                  <c:v>102.43871891214886</c:v>
                </c:pt>
                <c:pt idx="114">
                  <c:v>103.33154410449097</c:v>
                </c:pt>
                <c:pt idx="115">
                  <c:v>107.67937019144749</c:v>
                </c:pt>
                <c:pt idx="116">
                  <c:v>108.21971730184292</c:v>
                </c:pt>
                <c:pt idx="117">
                  <c:v>107.48613347647165</c:v>
                </c:pt>
                <c:pt idx="118">
                  <c:v>107.18017534442654</c:v>
                </c:pt>
                <c:pt idx="119">
                  <c:v>110.29522275899089</c:v>
                </c:pt>
                <c:pt idx="120">
                  <c:v>107.42172123814635</c:v>
                </c:pt>
                <c:pt idx="121">
                  <c:v>108.03721595992128</c:v>
                </c:pt>
                <c:pt idx="122">
                  <c:v>103.75022365360529</c:v>
                </c:pt>
                <c:pt idx="123">
                  <c:v>101.68903202719628</c:v>
                </c:pt>
                <c:pt idx="124">
                  <c:v>103.22061191626408</c:v>
                </c:pt>
                <c:pt idx="125">
                  <c:v>105.10109142959385</c:v>
                </c:pt>
                <c:pt idx="126">
                  <c:v>108.38790481302559</c:v>
                </c:pt>
                <c:pt idx="127">
                  <c:v>106.78296654142063</c:v>
                </c:pt>
                <c:pt idx="128">
                  <c:v>107.98174986580784</c:v>
                </c:pt>
                <c:pt idx="129">
                  <c:v>105.99749507962069</c:v>
                </c:pt>
                <c:pt idx="130">
                  <c:v>107.21953837895867</c:v>
                </c:pt>
                <c:pt idx="131">
                  <c:v>107.57022723206298</c:v>
                </c:pt>
                <c:pt idx="132">
                  <c:v>105.45714796922525</c:v>
                </c:pt>
                <c:pt idx="133">
                  <c:v>105.31579889067812</c:v>
                </c:pt>
                <c:pt idx="134">
                  <c:v>104.7289318303811</c:v>
                </c:pt>
                <c:pt idx="135">
                  <c:v>108.48989085704062</c:v>
                </c:pt>
                <c:pt idx="136">
                  <c:v>107.46645195920559</c:v>
                </c:pt>
                <c:pt idx="137">
                  <c:v>109.67972803721597</c:v>
                </c:pt>
                <c:pt idx="138">
                  <c:v>115.55734478439791</c:v>
                </c:pt>
                <c:pt idx="139">
                  <c:v>112.52639112542494</c:v>
                </c:pt>
                <c:pt idx="140">
                  <c:v>109.80318482733942</c:v>
                </c:pt>
                <c:pt idx="141">
                  <c:v>114.48022902129182</c:v>
                </c:pt>
                <c:pt idx="142">
                  <c:v>113.0935766684559</c:v>
                </c:pt>
                <c:pt idx="143">
                  <c:v>110.24691358024693</c:v>
                </c:pt>
                <c:pt idx="144">
                  <c:v>113.0470567185543</c:v>
                </c:pt>
                <c:pt idx="145">
                  <c:v>108.30023259974952</c:v>
                </c:pt>
                <c:pt idx="146">
                  <c:v>98.3467525496511</c:v>
                </c:pt>
                <c:pt idx="147">
                  <c:v>106.76686348183932</c:v>
                </c:pt>
                <c:pt idx="148">
                  <c:v>118.87099660046519</c:v>
                </c:pt>
                <c:pt idx="149">
                  <c:v>119.90517087135446</c:v>
                </c:pt>
                <c:pt idx="150">
                  <c:v>123.49436392914654</c:v>
                </c:pt>
                <c:pt idx="151">
                  <c:v>123.24387189121488</c:v>
                </c:pt>
                <c:pt idx="152">
                  <c:v>120.80515297906602</c:v>
                </c:pt>
                <c:pt idx="153">
                  <c:v>125.01162998747539</c:v>
                </c:pt>
                <c:pt idx="154">
                  <c:v>129.77455716586149</c:v>
                </c:pt>
                <c:pt idx="155">
                  <c:v>131.75165503667921</c:v>
                </c:pt>
                <c:pt idx="156">
                  <c:v>131.8661656825908</c:v>
                </c:pt>
                <c:pt idx="157">
                  <c:v>133.90946502057614</c:v>
                </c:pt>
                <c:pt idx="158">
                  <c:v>132.05403471103955</c:v>
                </c:pt>
                <c:pt idx="159">
                  <c:v>131.33297548756485</c:v>
                </c:pt>
                <c:pt idx="160">
                  <c:v>128.72249060654858</c:v>
                </c:pt>
                <c:pt idx="161">
                  <c:v>127.24458758275183</c:v>
                </c:pt>
                <c:pt idx="162">
                  <c:v>127.11755233494364</c:v>
                </c:pt>
                <c:pt idx="163">
                  <c:v>124.23689389872965</c:v>
                </c:pt>
                <c:pt idx="164">
                  <c:v>126.95473251028805</c:v>
                </c:pt>
                <c:pt idx="165">
                  <c:v>122.89676149579532</c:v>
                </c:pt>
                <c:pt idx="166">
                  <c:v>120.3220611916264</c:v>
                </c:pt>
                <c:pt idx="167">
                  <c:v>115.3515834675255</c:v>
                </c:pt>
                <c:pt idx="168">
                  <c:v>117.57022723206299</c:v>
                </c:pt>
                <c:pt idx="169">
                  <c:v>119.60100196815173</c:v>
                </c:pt>
                <c:pt idx="170">
                  <c:v>122.09160851672929</c:v>
                </c:pt>
                <c:pt idx="171">
                  <c:v>123.68938987296477</c:v>
                </c:pt>
                <c:pt idx="172">
                  <c:v>121.77133655394525</c:v>
                </c:pt>
                <c:pt idx="173">
                  <c:v>121.82859187690104</c:v>
                </c:pt>
                <c:pt idx="174">
                  <c:v>124.21363392377884</c:v>
                </c:pt>
                <c:pt idx="175">
                  <c:v>128.82089819287887</c:v>
                </c:pt>
                <c:pt idx="176">
                  <c:v>132.17570227232062</c:v>
                </c:pt>
                <c:pt idx="177">
                  <c:v>129.87296475219182</c:v>
                </c:pt>
                <c:pt idx="178">
                  <c:v>128.28949722669529</c:v>
                </c:pt>
                <c:pt idx="179">
                  <c:v>124.87743782429771</c:v>
                </c:pt>
                <c:pt idx="180">
                  <c:v>127.54696725711219</c:v>
                </c:pt>
                <c:pt idx="181">
                  <c:v>124.68956879584898</c:v>
                </c:pt>
                <c:pt idx="182">
                  <c:v>124.27983539094652</c:v>
                </c:pt>
                <c:pt idx="183">
                  <c:v>123.35122562175702</c:v>
                </c:pt>
                <c:pt idx="184">
                  <c:v>128.14278046162104</c:v>
                </c:pt>
                <c:pt idx="185">
                  <c:v>130.77294685990339</c:v>
                </c:pt>
                <c:pt idx="186">
                  <c:v>127.19627840400787</c:v>
                </c:pt>
                <c:pt idx="187">
                  <c:v>127.94059760243334</c:v>
                </c:pt>
                <c:pt idx="188">
                  <c:v>130.2594381821435</c:v>
                </c:pt>
                <c:pt idx="189">
                  <c:v>134.56611200572553</c:v>
                </c:pt>
                <c:pt idx="190">
                  <c:v>139.25925925925927</c:v>
                </c:pt>
                <c:pt idx="191">
                  <c:v>136.06906423331543</c:v>
                </c:pt>
                <c:pt idx="192">
                  <c:v>138.86205045625334</c:v>
                </c:pt>
                <c:pt idx="193">
                  <c:v>136.32134550008945</c:v>
                </c:pt>
                <c:pt idx="194">
                  <c:v>136.72571121846485</c:v>
                </c:pt>
                <c:pt idx="195">
                  <c:v>134.44086598675972</c:v>
                </c:pt>
                <c:pt idx="196">
                  <c:v>131.79459652889605</c:v>
                </c:pt>
                <c:pt idx="197">
                  <c:v>131.82322419037394</c:v>
                </c:pt>
                <c:pt idx="198">
                  <c:v>132.26695294328147</c:v>
                </c:pt>
                <c:pt idx="199">
                  <c:v>131.41170155662908</c:v>
                </c:pt>
                <c:pt idx="200">
                  <c:v>134.38361066380389</c:v>
                </c:pt>
                <c:pt idx="201">
                  <c:v>133.03811057434245</c:v>
                </c:pt>
                <c:pt idx="202">
                  <c:v>131.58883521202364</c:v>
                </c:pt>
                <c:pt idx="203">
                  <c:v>126.55036679191269</c:v>
                </c:pt>
                <c:pt idx="204">
                  <c:v>134.4694936482376</c:v>
                </c:pt>
                <c:pt idx="205">
                  <c:v>134.00608337806406</c:v>
                </c:pt>
                <c:pt idx="206">
                  <c:v>140.9053497942387</c:v>
                </c:pt>
                <c:pt idx="207">
                  <c:v>131.80533190195027</c:v>
                </c:pt>
                <c:pt idx="208">
                  <c:v>132.12918232241904</c:v>
                </c:pt>
                <c:pt idx="209">
                  <c:v>125.5645016997674</c:v>
                </c:pt>
                <c:pt idx="210">
                  <c:v>120.43299337985327</c:v>
                </c:pt>
                <c:pt idx="211">
                  <c:v>119.72445875827518</c:v>
                </c:pt>
                <c:pt idx="212">
                  <c:v>119.60279119699409</c:v>
                </c:pt>
                <c:pt idx="213">
                  <c:v>121.73107890499195</c:v>
                </c:pt>
                <c:pt idx="214">
                  <c:v>117.40830202182859</c:v>
                </c:pt>
                <c:pt idx="215">
                  <c:v>117.98622293791377</c:v>
                </c:pt>
                <c:pt idx="216">
                  <c:v>120.98049740561818</c:v>
                </c:pt>
                <c:pt idx="217">
                  <c:v>119.00429414922169</c:v>
                </c:pt>
                <c:pt idx="218">
                  <c:v>117.89855072463769</c:v>
                </c:pt>
                <c:pt idx="219">
                  <c:v>117.00304168903202</c:v>
                </c:pt>
                <c:pt idx="220">
                  <c:v>115.79620683485419</c:v>
                </c:pt>
                <c:pt idx="221">
                  <c:v>120.60207550545714</c:v>
                </c:pt>
                <c:pt idx="222">
                  <c:v>119.51064591161209</c:v>
                </c:pt>
                <c:pt idx="223">
                  <c:v>116.03596349973162</c:v>
                </c:pt>
                <c:pt idx="224">
                  <c:v>117.03256396493111</c:v>
                </c:pt>
                <c:pt idx="225">
                  <c:v>119.68956879584897</c:v>
                </c:pt>
                <c:pt idx="226">
                  <c:v>118.25908033637502</c:v>
                </c:pt>
                <c:pt idx="227">
                  <c:v>120.04383610663803</c:v>
                </c:pt>
                <c:pt idx="228">
                  <c:v>117.61227410985865</c:v>
                </c:pt>
                <c:pt idx="229">
                  <c:v>112.37788513150832</c:v>
                </c:pt>
                <c:pt idx="230">
                  <c:v>124.81034174270889</c:v>
                </c:pt>
                <c:pt idx="231">
                  <c:v>122.02630166398282</c:v>
                </c:pt>
                <c:pt idx="232">
                  <c:v>124.388978350331</c:v>
                </c:pt>
                <c:pt idx="233">
                  <c:v>126.84022186437647</c:v>
                </c:pt>
                <c:pt idx="234">
                  <c:v>128.3064949006978</c:v>
                </c:pt>
                <c:pt idx="235">
                  <c:v>128.26086956521738</c:v>
                </c:pt>
                <c:pt idx="236">
                  <c:v>128.77616747181963</c:v>
                </c:pt>
                <c:pt idx="237">
                  <c:v>128.93361960994812</c:v>
                </c:pt>
                <c:pt idx="238">
                  <c:v>128.66076221148685</c:v>
                </c:pt>
                <c:pt idx="239">
                  <c:v>129.41671139738773</c:v>
                </c:pt>
                <c:pt idx="240">
                  <c:v>131.324029343353</c:v>
                </c:pt>
                <c:pt idx="241">
                  <c:v>129.54374664519591</c:v>
                </c:pt>
                <c:pt idx="242">
                  <c:v>126.31239935587762</c:v>
                </c:pt>
                <c:pt idx="243">
                  <c:v>130.23707282161388</c:v>
                </c:pt>
                <c:pt idx="244">
                  <c:v>126.89389872964753</c:v>
                </c:pt>
                <c:pt idx="245">
                  <c:v>128.45947396672034</c:v>
                </c:pt>
                <c:pt idx="246">
                  <c:v>126.58794059760243</c:v>
                </c:pt>
                <c:pt idx="247">
                  <c:v>128.57577384147433</c:v>
                </c:pt>
                <c:pt idx="248">
                  <c:v>125.65217391304348</c:v>
                </c:pt>
                <c:pt idx="249">
                  <c:v>126.31239935587762</c:v>
                </c:pt>
                <c:pt idx="250">
                  <c:v>125.67364465915189</c:v>
                </c:pt>
                <c:pt idx="251">
                  <c:v>125.9903381642512</c:v>
                </c:pt>
                <c:pt idx="252">
                  <c:v>125.35337269636786</c:v>
                </c:pt>
                <c:pt idx="253">
                  <c:v>124.22436929683307</c:v>
                </c:pt>
                <c:pt idx="254">
                  <c:v>125.68974771873323</c:v>
                </c:pt>
                <c:pt idx="255">
                  <c:v>125.61281087851135</c:v>
                </c:pt>
                <c:pt idx="256">
                  <c:v>120.22365360529612</c:v>
                </c:pt>
                <c:pt idx="257">
                  <c:v>121.97173018429058</c:v>
                </c:pt>
                <c:pt idx="258">
                  <c:v>121.99677938808374</c:v>
                </c:pt>
                <c:pt idx="259">
                  <c:v>119.7870817677581</c:v>
                </c:pt>
                <c:pt idx="260">
                  <c:v>118.4505278225085</c:v>
                </c:pt>
                <c:pt idx="261">
                  <c:v>119.04276256933261</c:v>
                </c:pt>
                <c:pt idx="262">
                  <c:v>117.88513150831992</c:v>
                </c:pt>
                <c:pt idx="263">
                  <c:v>120.45088566827698</c:v>
                </c:pt>
                <c:pt idx="264">
                  <c:v>121.27750939345144</c:v>
                </c:pt>
                <c:pt idx="265">
                  <c:v>126.94578636607623</c:v>
                </c:pt>
                <c:pt idx="266">
                  <c:v>125.55018786902845</c:v>
                </c:pt>
                <c:pt idx="267">
                  <c:v>128.14099123277867</c:v>
                </c:pt>
                <c:pt idx="268">
                  <c:v>130.23975666487743</c:v>
                </c:pt>
                <c:pt idx="269">
                  <c:v>130.28448738593664</c:v>
                </c:pt>
                <c:pt idx="270">
                  <c:v>128.29486491322243</c:v>
                </c:pt>
                <c:pt idx="271">
                  <c:v>136.48595455358742</c:v>
                </c:pt>
                <c:pt idx="272">
                  <c:v>137.76704240472358</c:v>
                </c:pt>
                <c:pt idx="273">
                  <c:v>137.53086419753086</c:v>
                </c:pt>
                <c:pt idx="274">
                  <c:v>136.45553766326714</c:v>
                </c:pt>
                <c:pt idx="275">
                  <c:v>135.31043120415103</c:v>
                </c:pt>
                <c:pt idx="276">
                  <c:v>142.20432993379853</c:v>
                </c:pt>
                <c:pt idx="277">
                  <c:v>141.15226337448561</c:v>
                </c:pt>
                <c:pt idx="278">
                  <c:v>143.4854177849347</c:v>
                </c:pt>
                <c:pt idx="279">
                  <c:v>147.22490606548578</c:v>
                </c:pt>
                <c:pt idx="280">
                  <c:v>151.37054929325458</c:v>
                </c:pt>
                <c:pt idx="281">
                  <c:v>145.34263732331365</c:v>
                </c:pt>
                <c:pt idx="282">
                  <c:v>147.13007693684023</c:v>
                </c:pt>
                <c:pt idx="283">
                  <c:v>147.86544999105385</c:v>
                </c:pt>
                <c:pt idx="284">
                  <c:v>150.01610305958133</c:v>
                </c:pt>
                <c:pt idx="285">
                  <c:v>143.35838253712652</c:v>
                </c:pt>
                <c:pt idx="286">
                  <c:v>149.24673465736268</c:v>
                </c:pt>
                <c:pt idx="287">
                  <c:v>151.22741098586511</c:v>
                </c:pt>
                <c:pt idx="288">
                  <c:v>154.09375559134014</c:v>
                </c:pt>
                <c:pt idx="289">
                  <c:v>152.71962784040082</c:v>
                </c:pt>
                <c:pt idx="290">
                  <c:v>156.04938271604937</c:v>
                </c:pt>
                <c:pt idx="291">
                  <c:v>154.20289855072465</c:v>
                </c:pt>
                <c:pt idx="292">
                  <c:v>156.10305958132045</c:v>
                </c:pt>
                <c:pt idx="293">
                  <c:v>152.29915906244406</c:v>
                </c:pt>
                <c:pt idx="294">
                  <c:v>153.1061012703525</c:v>
                </c:pt>
                <c:pt idx="295">
                  <c:v>155.55555555555557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1C-8847-8B48-A1E0A35158A8}"/>
            </c:ext>
          </c:extLst>
        </c:ser>
        <c:ser>
          <c:idx val="1"/>
          <c:order val="1"/>
          <c:tx>
            <c:strRef>
              <c:f>Sheet4!$A$18</c:f>
              <c:strCache>
                <c:ptCount val="1"/>
                <c:pt idx="0">
                  <c:v>KOSDAQ</c:v>
                </c:pt>
              </c:strCache>
            </c:strRef>
          </c:tx>
          <c:spPr>
            <a:ln w="22225" cap="rnd">
              <a:solidFill>
                <a:srgbClr val="2F5597"/>
              </a:solidFill>
              <a:round/>
            </a:ln>
            <a:effectLst/>
          </c:spPr>
          <c:marker>
            <c:symbol val="none"/>
          </c:marker>
          <c:cat>
            <c:numRef>
              <c:f>Sheet4!$B$2:$KK$2</c:f>
              <c:numCache>
                <c:formatCode>m/d/yyyy</c:formatCode>
                <c:ptCount val="296"/>
                <c:pt idx="0">
                  <c:v>45293</c:v>
                </c:pt>
                <c:pt idx="1">
                  <c:v>45294</c:v>
                </c:pt>
                <c:pt idx="2">
                  <c:v>45295</c:v>
                </c:pt>
                <c:pt idx="3">
                  <c:v>45296</c:v>
                </c:pt>
                <c:pt idx="4">
                  <c:v>45299</c:v>
                </c:pt>
                <c:pt idx="5">
                  <c:v>45300</c:v>
                </c:pt>
                <c:pt idx="6">
                  <c:v>45301</c:v>
                </c:pt>
                <c:pt idx="7">
                  <c:v>45302</c:v>
                </c:pt>
                <c:pt idx="8">
                  <c:v>45303</c:v>
                </c:pt>
                <c:pt idx="9">
                  <c:v>45306</c:v>
                </c:pt>
                <c:pt idx="10">
                  <c:v>45307</c:v>
                </c:pt>
                <c:pt idx="11">
                  <c:v>45308</c:v>
                </c:pt>
                <c:pt idx="12">
                  <c:v>45309</c:v>
                </c:pt>
                <c:pt idx="13">
                  <c:v>45310</c:v>
                </c:pt>
                <c:pt idx="14">
                  <c:v>45313</c:v>
                </c:pt>
                <c:pt idx="15">
                  <c:v>45314</c:v>
                </c:pt>
                <c:pt idx="16">
                  <c:v>45315</c:v>
                </c:pt>
                <c:pt idx="17">
                  <c:v>45316</c:v>
                </c:pt>
                <c:pt idx="18">
                  <c:v>45317</c:v>
                </c:pt>
                <c:pt idx="19">
                  <c:v>45320</c:v>
                </c:pt>
                <c:pt idx="20">
                  <c:v>45321</c:v>
                </c:pt>
                <c:pt idx="21">
                  <c:v>45322</c:v>
                </c:pt>
                <c:pt idx="22">
                  <c:v>45323</c:v>
                </c:pt>
                <c:pt idx="23">
                  <c:v>45324</c:v>
                </c:pt>
                <c:pt idx="24">
                  <c:v>45327</c:v>
                </c:pt>
                <c:pt idx="25">
                  <c:v>45328</c:v>
                </c:pt>
                <c:pt idx="26">
                  <c:v>45329</c:v>
                </c:pt>
                <c:pt idx="27">
                  <c:v>45330</c:v>
                </c:pt>
                <c:pt idx="28">
                  <c:v>45335</c:v>
                </c:pt>
                <c:pt idx="29">
                  <c:v>45336</c:v>
                </c:pt>
                <c:pt idx="30">
                  <c:v>45337</c:v>
                </c:pt>
                <c:pt idx="31">
                  <c:v>45338</c:v>
                </c:pt>
                <c:pt idx="32">
                  <c:v>45341</c:v>
                </c:pt>
                <c:pt idx="33">
                  <c:v>45342</c:v>
                </c:pt>
                <c:pt idx="34">
                  <c:v>45343</c:v>
                </c:pt>
                <c:pt idx="35">
                  <c:v>45344</c:v>
                </c:pt>
                <c:pt idx="36">
                  <c:v>45345</c:v>
                </c:pt>
                <c:pt idx="37">
                  <c:v>45348</c:v>
                </c:pt>
                <c:pt idx="38">
                  <c:v>45349</c:v>
                </c:pt>
                <c:pt idx="39">
                  <c:v>45350</c:v>
                </c:pt>
                <c:pt idx="40">
                  <c:v>45351</c:v>
                </c:pt>
                <c:pt idx="41">
                  <c:v>45355</c:v>
                </c:pt>
                <c:pt idx="42">
                  <c:v>45356</c:v>
                </c:pt>
                <c:pt idx="43">
                  <c:v>45357</c:v>
                </c:pt>
                <c:pt idx="44">
                  <c:v>45358</c:v>
                </c:pt>
                <c:pt idx="45">
                  <c:v>45359</c:v>
                </c:pt>
                <c:pt idx="46">
                  <c:v>45362</c:v>
                </c:pt>
                <c:pt idx="47">
                  <c:v>45363</c:v>
                </c:pt>
                <c:pt idx="48">
                  <c:v>45364</c:v>
                </c:pt>
                <c:pt idx="49">
                  <c:v>45365</c:v>
                </c:pt>
                <c:pt idx="50">
                  <c:v>45366</c:v>
                </c:pt>
                <c:pt idx="51">
                  <c:v>45369</c:v>
                </c:pt>
                <c:pt idx="52">
                  <c:v>45370</c:v>
                </c:pt>
                <c:pt idx="53">
                  <c:v>45371</c:v>
                </c:pt>
                <c:pt idx="54">
                  <c:v>45372</c:v>
                </c:pt>
                <c:pt idx="55">
                  <c:v>45373</c:v>
                </c:pt>
                <c:pt idx="56">
                  <c:v>45376</c:v>
                </c:pt>
                <c:pt idx="57">
                  <c:v>45377</c:v>
                </c:pt>
                <c:pt idx="58">
                  <c:v>45378</c:v>
                </c:pt>
                <c:pt idx="59">
                  <c:v>45379</c:v>
                </c:pt>
                <c:pt idx="60">
                  <c:v>45380</c:v>
                </c:pt>
                <c:pt idx="61">
                  <c:v>45383</c:v>
                </c:pt>
                <c:pt idx="62">
                  <c:v>45384</c:v>
                </c:pt>
                <c:pt idx="63">
                  <c:v>45385</c:v>
                </c:pt>
                <c:pt idx="64">
                  <c:v>45386</c:v>
                </c:pt>
                <c:pt idx="65">
                  <c:v>45387</c:v>
                </c:pt>
                <c:pt idx="66">
                  <c:v>45390</c:v>
                </c:pt>
                <c:pt idx="67">
                  <c:v>45391</c:v>
                </c:pt>
                <c:pt idx="68">
                  <c:v>45393</c:v>
                </c:pt>
                <c:pt idx="69">
                  <c:v>45394</c:v>
                </c:pt>
                <c:pt idx="70">
                  <c:v>45397</c:v>
                </c:pt>
                <c:pt idx="71">
                  <c:v>45398</c:v>
                </c:pt>
                <c:pt idx="72">
                  <c:v>45399</c:v>
                </c:pt>
                <c:pt idx="73">
                  <c:v>45400</c:v>
                </c:pt>
                <c:pt idx="74">
                  <c:v>45401</c:v>
                </c:pt>
                <c:pt idx="75">
                  <c:v>45404</c:v>
                </c:pt>
                <c:pt idx="76">
                  <c:v>45405</c:v>
                </c:pt>
                <c:pt idx="77">
                  <c:v>45406</c:v>
                </c:pt>
                <c:pt idx="78">
                  <c:v>45407</c:v>
                </c:pt>
                <c:pt idx="79">
                  <c:v>45408</c:v>
                </c:pt>
                <c:pt idx="80">
                  <c:v>45411</c:v>
                </c:pt>
                <c:pt idx="81">
                  <c:v>45412</c:v>
                </c:pt>
                <c:pt idx="82">
                  <c:v>45414</c:v>
                </c:pt>
                <c:pt idx="83">
                  <c:v>45415</c:v>
                </c:pt>
                <c:pt idx="84">
                  <c:v>45419</c:v>
                </c:pt>
                <c:pt idx="85">
                  <c:v>45420</c:v>
                </c:pt>
                <c:pt idx="86">
                  <c:v>45421</c:v>
                </c:pt>
                <c:pt idx="87">
                  <c:v>45422</c:v>
                </c:pt>
                <c:pt idx="88">
                  <c:v>45425</c:v>
                </c:pt>
                <c:pt idx="89">
                  <c:v>45426</c:v>
                </c:pt>
                <c:pt idx="90">
                  <c:v>45428</c:v>
                </c:pt>
                <c:pt idx="91">
                  <c:v>45429</c:v>
                </c:pt>
                <c:pt idx="92">
                  <c:v>45432</c:v>
                </c:pt>
                <c:pt idx="93">
                  <c:v>45433</c:v>
                </c:pt>
                <c:pt idx="94">
                  <c:v>45434</c:v>
                </c:pt>
                <c:pt idx="95">
                  <c:v>45435</c:v>
                </c:pt>
                <c:pt idx="96">
                  <c:v>45436</c:v>
                </c:pt>
                <c:pt idx="97">
                  <c:v>45439</c:v>
                </c:pt>
                <c:pt idx="98">
                  <c:v>45440</c:v>
                </c:pt>
                <c:pt idx="99">
                  <c:v>45441</c:v>
                </c:pt>
                <c:pt idx="100">
                  <c:v>45442</c:v>
                </c:pt>
                <c:pt idx="101">
                  <c:v>45443</c:v>
                </c:pt>
                <c:pt idx="102">
                  <c:v>45446</c:v>
                </c:pt>
                <c:pt idx="103">
                  <c:v>45447</c:v>
                </c:pt>
                <c:pt idx="104">
                  <c:v>45448</c:v>
                </c:pt>
                <c:pt idx="105">
                  <c:v>45450</c:v>
                </c:pt>
                <c:pt idx="106">
                  <c:v>45453</c:v>
                </c:pt>
                <c:pt idx="107">
                  <c:v>45454</c:v>
                </c:pt>
                <c:pt idx="108">
                  <c:v>45455</c:v>
                </c:pt>
                <c:pt idx="109">
                  <c:v>45456</c:v>
                </c:pt>
                <c:pt idx="110">
                  <c:v>45457</c:v>
                </c:pt>
                <c:pt idx="111">
                  <c:v>45460</c:v>
                </c:pt>
                <c:pt idx="112">
                  <c:v>45461</c:v>
                </c:pt>
                <c:pt idx="113">
                  <c:v>45462</c:v>
                </c:pt>
                <c:pt idx="114">
                  <c:v>45463</c:v>
                </c:pt>
                <c:pt idx="115">
                  <c:v>45464</c:v>
                </c:pt>
                <c:pt idx="116">
                  <c:v>45467</c:v>
                </c:pt>
                <c:pt idx="117">
                  <c:v>45468</c:v>
                </c:pt>
                <c:pt idx="118">
                  <c:v>45469</c:v>
                </c:pt>
                <c:pt idx="119">
                  <c:v>45470</c:v>
                </c:pt>
                <c:pt idx="120">
                  <c:v>45471</c:v>
                </c:pt>
                <c:pt idx="121">
                  <c:v>45474</c:v>
                </c:pt>
                <c:pt idx="122">
                  <c:v>45475</c:v>
                </c:pt>
                <c:pt idx="123">
                  <c:v>45476</c:v>
                </c:pt>
                <c:pt idx="124">
                  <c:v>45477</c:v>
                </c:pt>
                <c:pt idx="125">
                  <c:v>45478</c:v>
                </c:pt>
                <c:pt idx="126">
                  <c:v>45481</c:v>
                </c:pt>
                <c:pt idx="127">
                  <c:v>45482</c:v>
                </c:pt>
                <c:pt idx="128">
                  <c:v>45483</c:v>
                </c:pt>
                <c:pt idx="129">
                  <c:v>45484</c:v>
                </c:pt>
                <c:pt idx="130">
                  <c:v>45485</c:v>
                </c:pt>
                <c:pt idx="131">
                  <c:v>45488</c:v>
                </c:pt>
                <c:pt idx="132">
                  <c:v>45489</c:v>
                </c:pt>
                <c:pt idx="133">
                  <c:v>45490</c:v>
                </c:pt>
                <c:pt idx="134">
                  <c:v>45491</c:v>
                </c:pt>
                <c:pt idx="135">
                  <c:v>45492</c:v>
                </c:pt>
                <c:pt idx="136">
                  <c:v>45495</c:v>
                </c:pt>
                <c:pt idx="137">
                  <c:v>45496</c:v>
                </c:pt>
                <c:pt idx="138">
                  <c:v>45497</c:v>
                </c:pt>
                <c:pt idx="139">
                  <c:v>45498</c:v>
                </c:pt>
                <c:pt idx="140">
                  <c:v>45499</c:v>
                </c:pt>
                <c:pt idx="141">
                  <c:v>45502</c:v>
                </c:pt>
                <c:pt idx="142">
                  <c:v>45503</c:v>
                </c:pt>
                <c:pt idx="143">
                  <c:v>45504</c:v>
                </c:pt>
                <c:pt idx="144">
                  <c:v>45505</c:v>
                </c:pt>
                <c:pt idx="145">
                  <c:v>45506</c:v>
                </c:pt>
                <c:pt idx="146">
                  <c:v>45509</c:v>
                </c:pt>
                <c:pt idx="147">
                  <c:v>45510</c:v>
                </c:pt>
                <c:pt idx="148">
                  <c:v>45511</c:v>
                </c:pt>
                <c:pt idx="149">
                  <c:v>45512</c:v>
                </c:pt>
                <c:pt idx="150">
                  <c:v>45513</c:v>
                </c:pt>
                <c:pt idx="151">
                  <c:v>45516</c:v>
                </c:pt>
                <c:pt idx="152">
                  <c:v>45517</c:v>
                </c:pt>
                <c:pt idx="153">
                  <c:v>45518</c:v>
                </c:pt>
                <c:pt idx="154">
                  <c:v>45520</c:v>
                </c:pt>
                <c:pt idx="155">
                  <c:v>45523</c:v>
                </c:pt>
                <c:pt idx="156">
                  <c:v>45524</c:v>
                </c:pt>
                <c:pt idx="157">
                  <c:v>45525</c:v>
                </c:pt>
                <c:pt idx="158">
                  <c:v>45526</c:v>
                </c:pt>
                <c:pt idx="159">
                  <c:v>45527</c:v>
                </c:pt>
                <c:pt idx="160">
                  <c:v>45530</c:v>
                </c:pt>
                <c:pt idx="161">
                  <c:v>45531</c:v>
                </c:pt>
                <c:pt idx="162">
                  <c:v>45532</c:v>
                </c:pt>
                <c:pt idx="163">
                  <c:v>45533</c:v>
                </c:pt>
                <c:pt idx="164">
                  <c:v>45534</c:v>
                </c:pt>
                <c:pt idx="165">
                  <c:v>45537</c:v>
                </c:pt>
                <c:pt idx="166">
                  <c:v>45538</c:v>
                </c:pt>
                <c:pt idx="167">
                  <c:v>45539</c:v>
                </c:pt>
                <c:pt idx="168">
                  <c:v>45540</c:v>
                </c:pt>
                <c:pt idx="169">
                  <c:v>45541</c:v>
                </c:pt>
                <c:pt idx="170">
                  <c:v>45544</c:v>
                </c:pt>
                <c:pt idx="171">
                  <c:v>45545</c:v>
                </c:pt>
                <c:pt idx="172">
                  <c:v>45546</c:v>
                </c:pt>
                <c:pt idx="173">
                  <c:v>45547</c:v>
                </c:pt>
                <c:pt idx="174">
                  <c:v>45548</c:v>
                </c:pt>
                <c:pt idx="175">
                  <c:v>45554</c:v>
                </c:pt>
                <c:pt idx="176">
                  <c:v>45555</c:v>
                </c:pt>
                <c:pt idx="177">
                  <c:v>45558</c:v>
                </c:pt>
                <c:pt idx="178">
                  <c:v>45559</c:v>
                </c:pt>
                <c:pt idx="179">
                  <c:v>45560</c:v>
                </c:pt>
                <c:pt idx="180">
                  <c:v>45561</c:v>
                </c:pt>
                <c:pt idx="181">
                  <c:v>45562</c:v>
                </c:pt>
                <c:pt idx="182">
                  <c:v>45565</c:v>
                </c:pt>
                <c:pt idx="183">
                  <c:v>45567</c:v>
                </c:pt>
                <c:pt idx="184">
                  <c:v>45569</c:v>
                </c:pt>
                <c:pt idx="185">
                  <c:v>45572</c:v>
                </c:pt>
                <c:pt idx="186">
                  <c:v>45573</c:v>
                </c:pt>
                <c:pt idx="187">
                  <c:v>45575</c:v>
                </c:pt>
                <c:pt idx="188">
                  <c:v>45576</c:v>
                </c:pt>
                <c:pt idx="189">
                  <c:v>45579</c:v>
                </c:pt>
                <c:pt idx="190">
                  <c:v>45580</c:v>
                </c:pt>
                <c:pt idx="191">
                  <c:v>45581</c:v>
                </c:pt>
                <c:pt idx="192">
                  <c:v>45582</c:v>
                </c:pt>
                <c:pt idx="193">
                  <c:v>45583</c:v>
                </c:pt>
                <c:pt idx="194">
                  <c:v>45586</c:v>
                </c:pt>
                <c:pt idx="195">
                  <c:v>45587</c:v>
                </c:pt>
                <c:pt idx="196">
                  <c:v>45588</c:v>
                </c:pt>
                <c:pt idx="197">
                  <c:v>45589</c:v>
                </c:pt>
                <c:pt idx="198">
                  <c:v>45590</c:v>
                </c:pt>
                <c:pt idx="199">
                  <c:v>45593</c:v>
                </c:pt>
                <c:pt idx="200">
                  <c:v>45594</c:v>
                </c:pt>
                <c:pt idx="201">
                  <c:v>45595</c:v>
                </c:pt>
                <c:pt idx="202">
                  <c:v>45596</c:v>
                </c:pt>
                <c:pt idx="203">
                  <c:v>45597</c:v>
                </c:pt>
                <c:pt idx="204">
                  <c:v>45600</c:v>
                </c:pt>
                <c:pt idx="205">
                  <c:v>45601</c:v>
                </c:pt>
                <c:pt idx="206">
                  <c:v>45602</c:v>
                </c:pt>
                <c:pt idx="207">
                  <c:v>45603</c:v>
                </c:pt>
                <c:pt idx="208">
                  <c:v>45604</c:v>
                </c:pt>
                <c:pt idx="209">
                  <c:v>45607</c:v>
                </c:pt>
                <c:pt idx="210">
                  <c:v>45608</c:v>
                </c:pt>
                <c:pt idx="211">
                  <c:v>45609</c:v>
                </c:pt>
                <c:pt idx="212">
                  <c:v>45610</c:v>
                </c:pt>
                <c:pt idx="213">
                  <c:v>45611</c:v>
                </c:pt>
                <c:pt idx="214">
                  <c:v>45614</c:v>
                </c:pt>
                <c:pt idx="215">
                  <c:v>45615</c:v>
                </c:pt>
                <c:pt idx="216">
                  <c:v>45616</c:v>
                </c:pt>
                <c:pt idx="217">
                  <c:v>45617</c:v>
                </c:pt>
                <c:pt idx="218">
                  <c:v>45618</c:v>
                </c:pt>
                <c:pt idx="219">
                  <c:v>45621</c:v>
                </c:pt>
                <c:pt idx="220">
                  <c:v>45622</c:v>
                </c:pt>
                <c:pt idx="221">
                  <c:v>45623</c:v>
                </c:pt>
                <c:pt idx="222">
                  <c:v>45624</c:v>
                </c:pt>
                <c:pt idx="223">
                  <c:v>45625</c:v>
                </c:pt>
                <c:pt idx="224">
                  <c:v>45628</c:v>
                </c:pt>
                <c:pt idx="225">
                  <c:v>45629</c:v>
                </c:pt>
                <c:pt idx="226">
                  <c:v>45630</c:v>
                </c:pt>
                <c:pt idx="227">
                  <c:v>45631</c:v>
                </c:pt>
                <c:pt idx="228">
                  <c:v>45632</c:v>
                </c:pt>
                <c:pt idx="229">
                  <c:v>45635</c:v>
                </c:pt>
                <c:pt idx="230">
                  <c:v>45636</c:v>
                </c:pt>
                <c:pt idx="231">
                  <c:v>45637</c:v>
                </c:pt>
                <c:pt idx="232">
                  <c:v>45638</c:v>
                </c:pt>
                <c:pt idx="233">
                  <c:v>45639</c:v>
                </c:pt>
                <c:pt idx="234">
                  <c:v>45642</c:v>
                </c:pt>
                <c:pt idx="235">
                  <c:v>45643</c:v>
                </c:pt>
                <c:pt idx="236">
                  <c:v>45644</c:v>
                </c:pt>
                <c:pt idx="237">
                  <c:v>45645</c:v>
                </c:pt>
                <c:pt idx="238">
                  <c:v>45646</c:v>
                </c:pt>
                <c:pt idx="239">
                  <c:v>45649</c:v>
                </c:pt>
                <c:pt idx="240">
                  <c:v>45650</c:v>
                </c:pt>
                <c:pt idx="241">
                  <c:v>45652</c:v>
                </c:pt>
                <c:pt idx="242">
                  <c:v>45653</c:v>
                </c:pt>
                <c:pt idx="243">
                  <c:v>45656</c:v>
                </c:pt>
                <c:pt idx="244">
                  <c:v>45659</c:v>
                </c:pt>
                <c:pt idx="245">
                  <c:v>45660</c:v>
                </c:pt>
                <c:pt idx="246">
                  <c:v>45663</c:v>
                </c:pt>
                <c:pt idx="247">
                  <c:v>45664</c:v>
                </c:pt>
                <c:pt idx="248">
                  <c:v>45665</c:v>
                </c:pt>
                <c:pt idx="249">
                  <c:v>45666</c:v>
                </c:pt>
                <c:pt idx="250">
                  <c:v>45667</c:v>
                </c:pt>
                <c:pt idx="251">
                  <c:v>45670</c:v>
                </c:pt>
                <c:pt idx="252">
                  <c:v>45671</c:v>
                </c:pt>
                <c:pt idx="253">
                  <c:v>45672</c:v>
                </c:pt>
                <c:pt idx="254">
                  <c:v>45673</c:v>
                </c:pt>
                <c:pt idx="255">
                  <c:v>45674</c:v>
                </c:pt>
                <c:pt idx="256">
                  <c:v>45677</c:v>
                </c:pt>
                <c:pt idx="257">
                  <c:v>45678</c:v>
                </c:pt>
                <c:pt idx="258">
                  <c:v>45679</c:v>
                </c:pt>
                <c:pt idx="259">
                  <c:v>45680</c:v>
                </c:pt>
                <c:pt idx="260">
                  <c:v>45681</c:v>
                </c:pt>
                <c:pt idx="261">
                  <c:v>45688</c:v>
                </c:pt>
                <c:pt idx="262">
                  <c:v>45691</c:v>
                </c:pt>
                <c:pt idx="263">
                  <c:v>45692</c:v>
                </c:pt>
                <c:pt idx="264">
                  <c:v>45693</c:v>
                </c:pt>
                <c:pt idx="265">
                  <c:v>45694</c:v>
                </c:pt>
                <c:pt idx="266">
                  <c:v>45695</c:v>
                </c:pt>
                <c:pt idx="267">
                  <c:v>45698</c:v>
                </c:pt>
                <c:pt idx="268">
                  <c:v>45699</c:v>
                </c:pt>
                <c:pt idx="269">
                  <c:v>45700</c:v>
                </c:pt>
                <c:pt idx="270">
                  <c:v>45701</c:v>
                </c:pt>
                <c:pt idx="271">
                  <c:v>45702</c:v>
                </c:pt>
                <c:pt idx="272">
                  <c:v>45705</c:v>
                </c:pt>
                <c:pt idx="273">
                  <c:v>45706</c:v>
                </c:pt>
                <c:pt idx="274">
                  <c:v>45707</c:v>
                </c:pt>
                <c:pt idx="275">
                  <c:v>45708</c:v>
                </c:pt>
                <c:pt idx="276">
                  <c:v>45709</c:v>
                </c:pt>
                <c:pt idx="277">
                  <c:v>45712</c:v>
                </c:pt>
                <c:pt idx="278">
                  <c:v>45713</c:v>
                </c:pt>
                <c:pt idx="279">
                  <c:v>45714</c:v>
                </c:pt>
                <c:pt idx="280">
                  <c:v>45715</c:v>
                </c:pt>
                <c:pt idx="281">
                  <c:v>45716</c:v>
                </c:pt>
                <c:pt idx="282">
                  <c:v>45720</c:v>
                </c:pt>
                <c:pt idx="283">
                  <c:v>45721</c:v>
                </c:pt>
                <c:pt idx="284">
                  <c:v>45722</c:v>
                </c:pt>
                <c:pt idx="285">
                  <c:v>45723</c:v>
                </c:pt>
                <c:pt idx="286">
                  <c:v>45726</c:v>
                </c:pt>
                <c:pt idx="287">
                  <c:v>45727</c:v>
                </c:pt>
                <c:pt idx="288">
                  <c:v>45728</c:v>
                </c:pt>
                <c:pt idx="289">
                  <c:v>45729</c:v>
                </c:pt>
                <c:pt idx="290">
                  <c:v>45730</c:v>
                </c:pt>
                <c:pt idx="291">
                  <c:v>45733</c:v>
                </c:pt>
                <c:pt idx="292">
                  <c:v>45734</c:v>
                </c:pt>
                <c:pt idx="293">
                  <c:v>45735</c:v>
                </c:pt>
                <c:pt idx="294">
                  <c:v>45736</c:v>
                </c:pt>
                <c:pt idx="295">
                  <c:v>45737</c:v>
                </c:pt>
              </c:numCache>
            </c:numRef>
          </c:cat>
          <c:val>
            <c:numRef>
              <c:f>Sheet4!$B$18:$KK$18</c:f>
              <c:numCache>
                <c:formatCode>General</c:formatCode>
                <c:ptCount val="296"/>
                <c:pt idx="0">
                  <c:v>100</c:v>
                </c:pt>
                <c:pt idx="1">
                  <c:v>99.1626181834731</c:v>
                </c:pt>
                <c:pt idx="2">
                  <c:v>98.557336761744395</c:v>
                </c:pt>
                <c:pt idx="3">
                  <c:v>99.931735178000537</c:v>
                </c:pt>
                <c:pt idx="4">
                  <c:v>100.04664762836633</c:v>
                </c:pt>
                <c:pt idx="5">
                  <c:v>100.64965355602835</c:v>
                </c:pt>
                <c:pt idx="6">
                  <c:v>99.605201779436371</c:v>
                </c:pt>
                <c:pt idx="7">
                  <c:v>100.40958893199685</c:v>
                </c:pt>
                <c:pt idx="8">
                  <c:v>98.765544468842805</c:v>
                </c:pt>
                <c:pt idx="9">
                  <c:v>97.813250201950112</c:v>
                </c:pt>
                <c:pt idx="10">
                  <c:v>97.2580296496877</c:v>
                </c:pt>
                <c:pt idx="11">
                  <c:v>94.780016611106689</c:v>
                </c:pt>
                <c:pt idx="12">
                  <c:v>95.608296451367011</c:v>
                </c:pt>
                <c:pt idx="13">
                  <c:v>95.874529257164966</c:v>
                </c:pt>
                <c:pt idx="14">
                  <c:v>95.535480641234244</c:v>
                </c:pt>
                <c:pt idx="15">
                  <c:v>95.583266016633871</c:v>
                </c:pt>
                <c:pt idx="16">
                  <c:v>95.139544673637275</c:v>
                </c:pt>
                <c:pt idx="17">
                  <c:v>93.720774123081483</c:v>
                </c:pt>
                <c:pt idx="18">
                  <c:v>95.256732618069705</c:v>
                </c:pt>
                <c:pt idx="19">
                  <c:v>93.197410487752151</c:v>
                </c:pt>
                <c:pt idx="20">
                  <c:v>93.165553570819071</c:v>
                </c:pt>
                <c:pt idx="21">
                  <c:v>90.933293891436179</c:v>
                </c:pt>
                <c:pt idx="22">
                  <c:v>90.875268792736634</c:v>
                </c:pt>
                <c:pt idx="23">
                  <c:v>92.700215034189299</c:v>
                </c:pt>
                <c:pt idx="24">
                  <c:v>91.928822545595224</c:v>
                </c:pt>
                <c:pt idx="25">
                  <c:v>91.81959883039606</c:v>
                </c:pt>
                <c:pt idx="26">
                  <c:v>92.375957129691784</c:v>
                </c:pt>
                <c:pt idx="27">
                  <c:v>94.043894280545672</c:v>
                </c:pt>
                <c:pt idx="28">
                  <c:v>96.156690521429468</c:v>
                </c:pt>
                <c:pt idx="29">
                  <c:v>97.083954353589021</c:v>
                </c:pt>
                <c:pt idx="30">
                  <c:v>97.756362850283878</c:v>
                </c:pt>
                <c:pt idx="31">
                  <c:v>97.573185577918608</c:v>
                </c:pt>
                <c:pt idx="32">
                  <c:v>97.672169569817854</c:v>
                </c:pt>
                <c:pt idx="33">
                  <c:v>98.548234785477788</c:v>
                </c:pt>
                <c:pt idx="34">
                  <c:v>98.309307908479639</c:v>
                </c:pt>
                <c:pt idx="35">
                  <c:v>98.996507116607702</c:v>
                </c:pt>
                <c:pt idx="36">
                  <c:v>98.821294073475713</c:v>
                </c:pt>
                <c:pt idx="37">
                  <c:v>98.688177670576721</c:v>
                </c:pt>
                <c:pt idx="38">
                  <c:v>97.13515297008864</c:v>
                </c:pt>
                <c:pt idx="39">
                  <c:v>98.231941110213555</c:v>
                </c:pt>
                <c:pt idx="40">
                  <c:v>98.183017987780602</c:v>
                </c:pt>
                <c:pt idx="41">
                  <c:v>99.321902768138543</c:v>
                </c:pt>
                <c:pt idx="42">
                  <c:v>98.570989726144305</c:v>
                </c:pt>
                <c:pt idx="43">
                  <c:v>99.060220950473877</c:v>
                </c:pt>
                <c:pt idx="44">
                  <c:v>98.229665616146917</c:v>
                </c:pt>
                <c:pt idx="45">
                  <c:v>99.345795455838342</c:v>
                </c:pt>
                <c:pt idx="46">
                  <c:v>99.658675890002613</c:v>
                </c:pt>
                <c:pt idx="47">
                  <c:v>101.22649130192394</c:v>
                </c:pt>
                <c:pt idx="48">
                  <c:v>101.25152173665708</c:v>
                </c:pt>
                <c:pt idx="49">
                  <c:v>100.97732470162583</c:v>
                </c:pt>
                <c:pt idx="50">
                  <c:v>100.17407529609868</c:v>
                </c:pt>
                <c:pt idx="51">
                  <c:v>101.76919663681979</c:v>
                </c:pt>
                <c:pt idx="52">
                  <c:v>101.47679564925534</c:v>
                </c:pt>
                <c:pt idx="53">
                  <c:v>101.42445928572241</c:v>
                </c:pt>
                <c:pt idx="54">
                  <c:v>102.88532647651121</c:v>
                </c:pt>
                <c:pt idx="55">
                  <c:v>102.85005631847817</c:v>
                </c:pt>
                <c:pt idx="56">
                  <c:v>103.95480868783635</c:v>
                </c:pt>
                <c:pt idx="57">
                  <c:v>104.22786797583426</c:v>
                </c:pt>
                <c:pt idx="58">
                  <c:v>103.67719841170515</c:v>
                </c:pt>
                <c:pt idx="59">
                  <c:v>103.54066876770618</c:v>
                </c:pt>
                <c:pt idx="60">
                  <c:v>103.02299386754351</c:v>
                </c:pt>
                <c:pt idx="61">
                  <c:v>103.8137280557041</c:v>
                </c:pt>
                <c:pt idx="62">
                  <c:v>101.44038774418898</c:v>
                </c:pt>
                <c:pt idx="63">
                  <c:v>100.11718794443244</c:v>
                </c:pt>
                <c:pt idx="64">
                  <c:v>100.45168557222988</c:v>
                </c:pt>
                <c:pt idx="65">
                  <c:v>99.244535969872459</c:v>
                </c:pt>
                <c:pt idx="66">
                  <c:v>97.911096446816032</c:v>
                </c:pt>
                <c:pt idx="67">
                  <c:v>97.770015814683774</c:v>
                </c:pt>
                <c:pt idx="68">
                  <c:v>97.630072929584841</c:v>
                </c:pt>
                <c:pt idx="69">
                  <c:v>97.899718976482774</c:v>
                </c:pt>
                <c:pt idx="70">
                  <c:v>96.983832614656464</c:v>
                </c:pt>
                <c:pt idx="71">
                  <c:v>94.752710682306898</c:v>
                </c:pt>
                <c:pt idx="72">
                  <c:v>94.777741117040037</c:v>
                </c:pt>
                <c:pt idx="73">
                  <c:v>97.351324906420317</c:v>
                </c:pt>
                <c:pt idx="74">
                  <c:v>95.788060482632304</c:v>
                </c:pt>
                <c:pt idx="75">
                  <c:v>96.232919572662226</c:v>
                </c:pt>
                <c:pt idx="76">
                  <c:v>96.189685185395888</c:v>
                </c:pt>
                <c:pt idx="77">
                  <c:v>98.099962454347917</c:v>
                </c:pt>
                <c:pt idx="78">
                  <c:v>97.079403365455732</c:v>
                </c:pt>
                <c:pt idx="79">
                  <c:v>97.484441309319294</c:v>
                </c:pt>
                <c:pt idx="80">
                  <c:v>98.952134982308039</c:v>
                </c:pt>
                <c:pt idx="81">
                  <c:v>98.862252966675385</c:v>
                </c:pt>
                <c:pt idx="82">
                  <c:v>98.697279646843327</c:v>
                </c:pt>
                <c:pt idx="83">
                  <c:v>98.482245457544977</c:v>
                </c:pt>
                <c:pt idx="84">
                  <c:v>99.127348025440028</c:v>
                </c:pt>
                <c:pt idx="85">
                  <c:v>99.25932668130568</c:v>
                </c:pt>
                <c:pt idx="86">
                  <c:v>99.001058104740991</c:v>
                </c:pt>
                <c:pt idx="87">
                  <c:v>98.319547631779542</c:v>
                </c:pt>
                <c:pt idx="88">
                  <c:v>97.212519768354696</c:v>
                </c:pt>
                <c:pt idx="89">
                  <c:v>98.090860478081311</c:v>
                </c:pt>
                <c:pt idx="90">
                  <c:v>99.026088539474145</c:v>
                </c:pt>
                <c:pt idx="91">
                  <c:v>97.284197831454151</c:v>
                </c:pt>
                <c:pt idx="92">
                  <c:v>96.376275698861122</c:v>
                </c:pt>
                <c:pt idx="93">
                  <c:v>96.311424117961622</c:v>
                </c:pt>
                <c:pt idx="94">
                  <c:v>96.221542102328968</c:v>
                </c:pt>
                <c:pt idx="95">
                  <c:v>96.319388347194888</c:v>
                </c:pt>
                <c:pt idx="96">
                  <c:v>95.50362372430115</c:v>
                </c:pt>
                <c:pt idx="97">
                  <c:v>96.479810678893656</c:v>
                </c:pt>
                <c:pt idx="98">
                  <c:v>96.823410282957695</c:v>
                </c:pt>
                <c:pt idx="99">
                  <c:v>95.394400009101986</c:v>
                </c:pt>
                <c:pt idx="100">
                  <c:v>94.659415425574295</c:v>
                </c:pt>
                <c:pt idx="101">
                  <c:v>95.56847530520065</c:v>
                </c:pt>
                <c:pt idx="102">
                  <c:v>96.107767398996515</c:v>
                </c:pt>
                <c:pt idx="103">
                  <c:v>96.235195066728878</c:v>
                </c:pt>
                <c:pt idx="104">
                  <c:v>96.793828860091253</c:v>
                </c:pt>
                <c:pt idx="105">
                  <c:v>98.549372532511128</c:v>
                </c:pt>
                <c:pt idx="106">
                  <c:v>98.382123718612419</c:v>
                </c:pt>
                <c:pt idx="107">
                  <c:v>98.797401385775899</c:v>
                </c:pt>
                <c:pt idx="108">
                  <c:v>99.060220950473877</c:v>
                </c:pt>
                <c:pt idx="109">
                  <c:v>99.135312254673309</c:v>
                </c:pt>
                <c:pt idx="110">
                  <c:v>98.095411466214614</c:v>
                </c:pt>
                <c:pt idx="111">
                  <c:v>97.727919174450761</c:v>
                </c:pt>
                <c:pt idx="112">
                  <c:v>97.726781427417436</c:v>
                </c:pt>
                <c:pt idx="113">
                  <c:v>97.979361268815495</c:v>
                </c:pt>
                <c:pt idx="114">
                  <c:v>97.56294585461869</c:v>
                </c:pt>
                <c:pt idx="115">
                  <c:v>97.012276290489581</c:v>
                </c:pt>
                <c:pt idx="116">
                  <c:v>95.74368834833264</c:v>
                </c:pt>
                <c:pt idx="117">
                  <c:v>95.797162458898896</c:v>
                </c:pt>
                <c:pt idx="118">
                  <c:v>95.811953170332103</c:v>
                </c:pt>
                <c:pt idx="119">
                  <c:v>95.417154949768474</c:v>
                </c:pt>
                <c:pt idx="120">
                  <c:v>95.62081166873358</c:v>
                </c:pt>
                <c:pt idx="121">
                  <c:v>96.384239928094388</c:v>
                </c:pt>
                <c:pt idx="122">
                  <c:v>94.422764042642754</c:v>
                </c:pt>
                <c:pt idx="123">
                  <c:v>95.127029456270691</c:v>
                </c:pt>
                <c:pt idx="124">
                  <c:v>95.662908308966593</c:v>
                </c:pt>
                <c:pt idx="125">
                  <c:v>96.422923327227423</c:v>
                </c:pt>
                <c:pt idx="126">
                  <c:v>97.763189332483819</c:v>
                </c:pt>
                <c:pt idx="127">
                  <c:v>97.894030241316145</c:v>
                </c:pt>
                <c:pt idx="128">
                  <c:v>97.681271546084446</c:v>
                </c:pt>
                <c:pt idx="129">
                  <c:v>96.983832614656464</c:v>
                </c:pt>
                <c:pt idx="130">
                  <c:v>96.750594472824915</c:v>
                </c:pt>
                <c:pt idx="131">
                  <c:v>97.036168978189394</c:v>
                </c:pt>
                <c:pt idx="132">
                  <c:v>95.526378664967638</c:v>
                </c:pt>
                <c:pt idx="133">
                  <c:v>94.365876690976521</c:v>
                </c:pt>
                <c:pt idx="134">
                  <c:v>93.577417996882588</c:v>
                </c:pt>
                <c:pt idx="135">
                  <c:v>94.287372145677139</c:v>
                </c:pt>
                <c:pt idx="136">
                  <c:v>92.152958711160167</c:v>
                </c:pt>
                <c:pt idx="137">
                  <c:v>92.398712070358286</c:v>
                </c:pt>
                <c:pt idx="138">
                  <c:v>92.641052188456413</c:v>
                </c:pt>
                <c:pt idx="139">
                  <c:v>90.711433219937874</c:v>
                </c:pt>
                <c:pt idx="140">
                  <c:v>90.742152389837642</c:v>
                </c:pt>
                <c:pt idx="141">
                  <c:v>91.928822545595224</c:v>
                </c:pt>
                <c:pt idx="142">
                  <c:v>91.449831044565556</c:v>
                </c:pt>
                <c:pt idx="143">
                  <c:v>91.378152981466101</c:v>
                </c:pt>
                <c:pt idx="144">
                  <c:v>92.559134402057055</c:v>
                </c:pt>
                <c:pt idx="145">
                  <c:v>88.668039548086881</c:v>
                </c:pt>
                <c:pt idx="146">
                  <c:v>78.650176919663679</c:v>
                </c:pt>
                <c:pt idx="147">
                  <c:v>83.382066831260744</c:v>
                </c:pt>
                <c:pt idx="148">
                  <c:v>85.164916432480396</c:v>
                </c:pt>
                <c:pt idx="149">
                  <c:v>84.79401089961658</c:v>
                </c:pt>
                <c:pt idx="150">
                  <c:v>86.972796468433216</c:v>
                </c:pt>
                <c:pt idx="151">
                  <c:v>87.915988759059317</c:v>
                </c:pt>
                <c:pt idx="152">
                  <c:v>87.021719590866169</c:v>
                </c:pt>
                <c:pt idx="153">
                  <c:v>88.383602789755727</c:v>
                </c:pt>
                <c:pt idx="154">
                  <c:v>89.464462471414123</c:v>
                </c:pt>
                <c:pt idx="155">
                  <c:v>88.456418599888508</c:v>
                </c:pt>
                <c:pt idx="156">
                  <c:v>89.590752392113146</c:v>
                </c:pt>
                <c:pt idx="157">
                  <c:v>88.729477887886404</c:v>
                </c:pt>
                <c:pt idx="158">
                  <c:v>88.001319786558668</c:v>
                </c:pt>
                <c:pt idx="159">
                  <c:v>87.97742709885884</c:v>
                </c:pt>
                <c:pt idx="160">
                  <c:v>87.241304768297823</c:v>
                </c:pt>
                <c:pt idx="161">
                  <c:v>87.031959314166102</c:v>
                </c:pt>
                <c:pt idx="162">
                  <c:v>86.753211291001563</c:v>
                </c:pt>
                <c:pt idx="163">
                  <c:v>86.018226707473872</c:v>
                </c:pt>
                <c:pt idx="164">
                  <c:v>87.340288760197055</c:v>
                </c:pt>
                <c:pt idx="165">
                  <c:v>87.516639550362385</c:v>
                </c:pt>
                <c:pt idx="166">
                  <c:v>86.510871172903421</c:v>
                </c:pt>
                <c:pt idx="167">
                  <c:v>83.254639163528381</c:v>
                </c:pt>
                <c:pt idx="168">
                  <c:v>82.518516832967364</c:v>
                </c:pt>
                <c:pt idx="169">
                  <c:v>80.392067627683673</c:v>
                </c:pt>
                <c:pt idx="170">
                  <c:v>81.287474542910147</c:v>
                </c:pt>
                <c:pt idx="171">
                  <c:v>80.347695493384009</c:v>
                </c:pt>
                <c:pt idx="172">
                  <c:v>80.714050038114522</c:v>
                </c:pt>
                <c:pt idx="173">
                  <c:v>83.172721377129008</c:v>
                </c:pt>
                <c:pt idx="174">
                  <c:v>83.419612483360467</c:v>
                </c:pt>
                <c:pt idx="175">
                  <c:v>84.137530861388285</c:v>
                </c:pt>
                <c:pt idx="176">
                  <c:v>85.141023744780597</c:v>
                </c:pt>
                <c:pt idx="177">
                  <c:v>85.913553980407997</c:v>
                </c:pt>
                <c:pt idx="178">
                  <c:v>87.305018602163997</c:v>
                </c:pt>
                <c:pt idx="179">
                  <c:v>86.389132240337688</c:v>
                </c:pt>
                <c:pt idx="180">
                  <c:v>88.650973342587008</c:v>
                </c:pt>
                <c:pt idx="181">
                  <c:v>88.117369983957772</c:v>
                </c:pt>
                <c:pt idx="182">
                  <c:v>86.910220381600354</c:v>
                </c:pt>
                <c:pt idx="183">
                  <c:v>86.71111465076855</c:v>
                </c:pt>
                <c:pt idx="184">
                  <c:v>87.490471368595905</c:v>
                </c:pt>
                <c:pt idx="185">
                  <c:v>88.859181049685418</c:v>
                </c:pt>
                <c:pt idx="186">
                  <c:v>88.54402512145451</c:v>
                </c:pt>
                <c:pt idx="187">
                  <c:v>88.230006940256914</c:v>
                </c:pt>
                <c:pt idx="188">
                  <c:v>87.71802077526084</c:v>
                </c:pt>
                <c:pt idx="189">
                  <c:v>87.636102988861467</c:v>
                </c:pt>
                <c:pt idx="190">
                  <c:v>88.040003185691688</c:v>
                </c:pt>
                <c:pt idx="191">
                  <c:v>87.127530064965356</c:v>
                </c:pt>
                <c:pt idx="192">
                  <c:v>87.044474531532657</c:v>
                </c:pt>
                <c:pt idx="193">
                  <c:v>85.697382044076335</c:v>
                </c:pt>
                <c:pt idx="194">
                  <c:v>86.463085797503794</c:v>
                </c:pt>
                <c:pt idx="195">
                  <c:v>84.004414458489308</c:v>
                </c:pt>
                <c:pt idx="196">
                  <c:v>84.783771176316662</c:v>
                </c:pt>
                <c:pt idx="197">
                  <c:v>83.577759320992584</c:v>
                </c:pt>
                <c:pt idx="198">
                  <c:v>82.760856951065492</c:v>
                </c:pt>
                <c:pt idx="199">
                  <c:v>84.247892323620775</c:v>
                </c:pt>
                <c:pt idx="200">
                  <c:v>84.668858725950869</c:v>
                </c:pt>
                <c:pt idx="201">
                  <c:v>83.987348252989449</c:v>
                </c:pt>
                <c:pt idx="202">
                  <c:v>84.541431058218521</c:v>
                </c:pt>
                <c:pt idx="203">
                  <c:v>82.94744746453074</c:v>
                </c:pt>
                <c:pt idx="204">
                  <c:v>85.795228288942255</c:v>
                </c:pt>
                <c:pt idx="205">
                  <c:v>85.536959712377552</c:v>
                </c:pt>
                <c:pt idx="206">
                  <c:v>84.569874734051638</c:v>
                </c:pt>
                <c:pt idx="207">
                  <c:v>83.45602038842685</c:v>
                </c:pt>
                <c:pt idx="208">
                  <c:v>84.577838963284918</c:v>
                </c:pt>
                <c:pt idx="209">
                  <c:v>82.923554776830926</c:v>
                </c:pt>
                <c:pt idx="210">
                  <c:v>80.839202211780233</c:v>
                </c:pt>
                <c:pt idx="211">
                  <c:v>78.464724153231771</c:v>
                </c:pt>
                <c:pt idx="212">
                  <c:v>77.544286803272158</c:v>
                </c:pt>
                <c:pt idx="213">
                  <c:v>77.983457158135465</c:v>
                </c:pt>
                <c:pt idx="214">
                  <c:v>78.453346682898527</c:v>
                </c:pt>
                <c:pt idx="215">
                  <c:v>78.063099450468187</c:v>
                </c:pt>
                <c:pt idx="216">
                  <c:v>77.697882652770986</c:v>
                </c:pt>
                <c:pt idx="217">
                  <c:v>77.443027317306274</c:v>
                </c:pt>
                <c:pt idx="218">
                  <c:v>77.026611903109469</c:v>
                </c:pt>
                <c:pt idx="219">
                  <c:v>79.281626523158849</c:v>
                </c:pt>
                <c:pt idx="220">
                  <c:v>78.862935614895392</c:v>
                </c:pt>
                <c:pt idx="221">
                  <c:v>78.732094706063066</c:v>
                </c:pt>
                <c:pt idx="222">
                  <c:v>79.004016247027636</c:v>
                </c:pt>
                <c:pt idx="223">
                  <c:v>77.160866053041772</c:v>
                </c:pt>
                <c:pt idx="224">
                  <c:v>76.893495500210491</c:v>
                </c:pt>
                <c:pt idx="225">
                  <c:v>78.595565062064097</c:v>
                </c:pt>
                <c:pt idx="226">
                  <c:v>77.042540361576002</c:v>
                </c:pt>
                <c:pt idx="227">
                  <c:v>76.335999453881428</c:v>
                </c:pt>
                <c:pt idx="228">
                  <c:v>75.242624554856491</c:v>
                </c:pt>
                <c:pt idx="229">
                  <c:v>71.337876736486422</c:v>
                </c:pt>
                <c:pt idx="230">
                  <c:v>75.272205977722919</c:v>
                </c:pt>
                <c:pt idx="231">
                  <c:v>76.902597476477069</c:v>
                </c:pt>
                <c:pt idx="232">
                  <c:v>77.747943522237279</c:v>
                </c:pt>
                <c:pt idx="233">
                  <c:v>78.928924942828218</c:v>
                </c:pt>
                <c:pt idx="234">
                  <c:v>79.475043518824023</c:v>
                </c:pt>
                <c:pt idx="235">
                  <c:v>79.013118223294242</c:v>
                </c:pt>
                <c:pt idx="236">
                  <c:v>79.365819803624873</c:v>
                </c:pt>
                <c:pt idx="237">
                  <c:v>77.862855972603057</c:v>
                </c:pt>
                <c:pt idx="238">
                  <c:v>76.036771984117053</c:v>
                </c:pt>
                <c:pt idx="239">
                  <c:v>77.280329491540854</c:v>
                </c:pt>
                <c:pt idx="240">
                  <c:v>77.379313483440086</c:v>
                </c:pt>
                <c:pt idx="241">
                  <c:v>76.870740559543989</c:v>
                </c:pt>
                <c:pt idx="242">
                  <c:v>75.770539178319098</c:v>
                </c:pt>
                <c:pt idx="243">
                  <c:v>77.160866053041772</c:v>
                </c:pt>
                <c:pt idx="244">
                  <c:v>78.121124549167746</c:v>
                </c:pt>
                <c:pt idx="245">
                  <c:v>80.29763462391773</c:v>
                </c:pt>
                <c:pt idx="246">
                  <c:v>81.685686004573753</c:v>
                </c:pt>
                <c:pt idx="247">
                  <c:v>81.723231656673462</c:v>
                </c:pt>
                <c:pt idx="248">
                  <c:v>81.875689759138965</c:v>
                </c:pt>
                <c:pt idx="249">
                  <c:v>82.318273355102235</c:v>
                </c:pt>
                <c:pt idx="250">
                  <c:v>81.677721775340473</c:v>
                </c:pt>
                <c:pt idx="251">
                  <c:v>80.576382647082255</c:v>
                </c:pt>
                <c:pt idx="252">
                  <c:v>81.694787980840346</c:v>
                </c:pt>
                <c:pt idx="253">
                  <c:v>80.963216638412618</c:v>
                </c:pt>
                <c:pt idx="254">
                  <c:v>82.400191141501594</c:v>
                </c:pt>
                <c:pt idx="255">
                  <c:v>82.451389758001213</c:v>
                </c:pt>
                <c:pt idx="256">
                  <c:v>82.789300626898623</c:v>
                </c:pt>
                <c:pt idx="257">
                  <c:v>82.608398848600018</c:v>
                </c:pt>
                <c:pt idx="258">
                  <c:v>83.318352997394555</c:v>
                </c:pt>
                <c:pt idx="259">
                  <c:v>82.374022959735143</c:v>
                </c:pt>
                <c:pt idx="260">
                  <c:v>82.912177306497682</c:v>
                </c:pt>
                <c:pt idx="261">
                  <c:v>82.860978689998063</c:v>
                </c:pt>
                <c:pt idx="262">
                  <c:v>80.074636205386099</c:v>
                </c:pt>
                <c:pt idx="263">
                  <c:v>81.90868442310537</c:v>
                </c:pt>
                <c:pt idx="264">
                  <c:v>83.167032641962393</c:v>
                </c:pt>
                <c:pt idx="265">
                  <c:v>84.22968837108759</c:v>
                </c:pt>
                <c:pt idx="266">
                  <c:v>84.523227105685322</c:v>
                </c:pt>
                <c:pt idx="267">
                  <c:v>85.293481847246085</c:v>
                </c:pt>
                <c:pt idx="268">
                  <c:v>85.284379870979492</c:v>
                </c:pt>
                <c:pt idx="269">
                  <c:v>84.782633429283322</c:v>
                </c:pt>
                <c:pt idx="270">
                  <c:v>85.249109712946421</c:v>
                </c:pt>
                <c:pt idx="271">
                  <c:v>86.050083624406966</c:v>
                </c:pt>
                <c:pt idx="272">
                  <c:v>87.433584016929672</c:v>
                </c:pt>
                <c:pt idx="273">
                  <c:v>88.021799233158504</c:v>
                </c:pt>
                <c:pt idx="274">
                  <c:v>88.547438362554473</c:v>
                </c:pt>
                <c:pt idx="275">
                  <c:v>87.409691329229872</c:v>
                </c:pt>
                <c:pt idx="276">
                  <c:v>88.135573936490957</c:v>
                </c:pt>
                <c:pt idx="277">
                  <c:v>87.98539132809212</c:v>
                </c:pt>
                <c:pt idx="278">
                  <c:v>87.54166998509551</c:v>
                </c:pt>
                <c:pt idx="279">
                  <c:v>87.766943897693778</c:v>
                </c:pt>
                <c:pt idx="280">
                  <c:v>87.703230063827618</c:v>
                </c:pt>
                <c:pt idx="281">
                  <c:v>84.643828291217744</c:v>
                </c:pt>
                <c:pt idx="282">
                  <c:v>83.954353589023029</c:v>
                </c:pt>
                <c:pt idx="283">
                  <c:v>84.984014654181792</c:v>
                </c:pt>
                <c:pt idx="284">
                  <c:v>83.615304973092293</c:v>
                </c:pt>
                <c:pt idx="285">
                  <c:v>82.793851615031926</c:v>
                </c:pt>
                <c:pt idx="286">
                  <c:v>82.579955172766901</c:v>
                </c:pt>
                <c:pt idx="287">
                  <c:v>82.088448454370649</c:v>
                </c:pt>
                <c:pt idx="288">
                  <c:v>82.997508333997033</c:v>
                </c:pt>
                <c:pt idx="289">
                  <c:v>82.236355568702862</c:v>
                </c:pt>
                <c:pt idx="290">
                  <c:v>83.540213668892861</c:v>
                </c:pt>
                <c:pt idx="291">
                  <c:v>84.592629674718125</c:v>
                </c:pt>
                <c:pt idx="292">
                  <c:v>84.823592322483023</c:v>
                </c:pt>
                <c:pt idx="293">
                  <c:v>84.005552205522633</c:v>
                </c:pt>
                <c:pt idx="294">
                  <c:v>82.503726121534143</c:v>
                </c:pt>
                <c:pt idx="295">
                  <c:v>81.850659324405811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1C-8847-8B48-A1E0A35158A8}"/>
            </c:ext>
          </c:extLst>
        </c:ser>
        <c:ser>
          <c:idx val="2"/>
          <c:order val="2"/>
          <c:tx>
            <c:strRef>
              <c:f>Sheet4!$A$22</c:f>
              <c:strCache>
                <c:ptCount val="1"/>
                <c:pt idx="0">
                  <c:v>KOSPI</c:v>
                </c:pt>
              </c:strCache>
            </c:strRef>
          </c:tx>
          <c:spPr>
            <a:ln w="2222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numRef>
              <c:f>Sheet4!$B$2:$KK$2</c:f>
              <c:numCache>
                <c:formatCode>m/d/yyyy</c:formatCode>
                <c:ptCount val="296"/>
                <c:pt idx="0">
                  <c:v>45293</c:v>
                </c:pt>
                <c:pt idx="1">
                  <c:v>45294</c:v>
                </c:pt>
                <c:pt idx="2">
                  <c:v>45295</c:v>
                </c:pt>
                <c:pt idx="3">
                  <c:v>45296</c:v>
                </c:pt>
                <c:pt idx="4">
                  <c:v>45299</c:v>
                </c:pt>
                <c:pt idx="5">
                  <c:v>45300</c:v>
                </c:pt>
                <c:pt idx="6">
                  <c:v>45301</c:v>
                </c:pt>
                <c:pt idx="7">
                  <c:v>45302</c:v>
                </c:pt>
                <c:pt idx="8">
                  <c:v>45303</c:v>
                </c:pt>
                <c:pt idx="9">
                  <c:v>45306</c:v>
                </c:pt>
                <c:pt idx="10">
                  <c:v>45307</c:v>
                </c:pt>
                <c:pt idx="11">
                  <c:v>45308</c:v>
                </c:pt>
                <c:pt idx="12">
                  <c:v>45309</c:v>
                </c:pt>
                <c:pt idx="13">
                  <c:v>45310</c:v>
                </c:pt>
                <c:pt idx="14">
                  <c:v>45313</c:v>
                </c:pt>
                <c:pt idx="15">
                  <c:v>45314</c:v>
                </c:pt>
                <c:pt idx="16">
                  <c:v>45315</c:v>
                </c:pt>
                <c:pt idx="17">
                  <c:v>45316</c:v>
                </c:pt>
                <c:pt idx="18">
                  <c:v>45317</c:v>
                </c:pt>
                <c:pt idx="19">
                  <c:v>45320</c:v>
                </c:pt>
                <c:pt idx="20">
                  <c:v>45321</c:v>
                </c:pt>
                <c:pt idx="21">
                  <c:v>45322</c:v>
                </c:pt>
                <c:pt idx="22">
                  <c:v>45323</c:v>
                </c:pt>
                <c:pt idx="23">
                  <c:v>45324</c:v>
                </c:pt>
                <c:pt idx="24">
                  <c:v>45327</c:v>
                </c:pt>
                <c:pt idx="25">
                  <c:v>45328</c:v>
                </c:pt>
                <c:pt idx="26">
                  <c:v>45329</c:v>
                </c:pt>
                <c:pt idx="27">
                  <c:v>45330</c:v>
                </c:pt>
                <c:pt idx="28">
                  <c:v>45335</c:v>
                </c:pt>
                <c:pt idx="29">
                  <c:v>45336</c:v>
                </c:pt>
                <c:pt idx="30">
                  <c:v>45337</c:v>
                </c:pt>
                <c:pt idx="31">
                  <c:v>45338</c:v>
                </c:pt>
                <c:pt idx="32">
                  <c:v>45341</c:v>
                </c:pt>
                <c:pt idx="33">
                  <c:v>45342</c:v>
                </c:pt>
                <c:pt idx="34">
                  <c:v>45343</c:v>
                </c:pt>
                <c:pt idx="35">
                  <c:v>45344</c:v>
                </c:pt>
                <c:pt idx="36">
                  <c:v>45345</c:v>
                </c:pt>
                <c:pt idx="37">
                  <c:v>45348</c:v>
                </c:pt>
                <c:pt idx="38">
                  <c:v>45349</c:v>
                </c:pt>
                <c:pt idx="39">
                  <c:v>45350</c:v>
                </c:pt>
                <c:pt idx="40">
                  <c:v>45351</c:v>
                </c:pt>
                <c:pt idx="41">
                  <c:v>45355</c:v>
                </c:pt>
                <c:pt idx="42">
                  <c:v>45356</c:v>
                </c:pt>
                <c:pt idx="43">
                  <c:v>45357</c:v>
                </c:pt>
                <c:pt idx="44">
                  <c:v>45358</c:v>
                </c:pt>
                <c:pt idx="45">
                  <c:v>45359</c:v>
                </c:pt>
                <c:pt idx="46">
                  <c:v>45362</c:v>
                </c:pt>
                <c:pt idx="47">
                  <c:v>45363</c:v>
                </c:pt>
                <c:pt idx="48">
                  <c:v>45364</c:v>
                </c:pt>
                <c:pt idx="49">
                  <c:v>45365</c:v>
                </c:pt>
                <c:pt idx="50">
                  <c:v>45366</c:v>
                </c:pt>
                <c:pt idx="51">
                  <c:v>45369</c:v>
                </c:pt>
                <c:pt idx="52">
                  <c:v>45370</c:v>
                </c:pt>
                <c:pt idx="53">
                  <c:v>45371</c:v>
                </c:pt>
                <c:pt idx="54">
                  <c:v>45372</c:v>
                </c:pt>
                <c:pt idx="55">
                  <c:v>45373</c:v>
                </c:pt>
                <c:pt idx="56">
                  <c:v>45376</c:v>
                </c:pt>
                <c:pt idx="57">
                  <c:v>45377</c:v>
                </c:pt>
                <c:pt idx="58">
                  <c:v>45378</c:v>
                </c:pt>
                <c:pt idx="59">
                  <c:v>45379</c:v>
                </c:pt>
                <c:pt idx="60">
                  <c:v>45380</c:v>
                </c:pt>
                <c:pt idx="61">
                  <c:v>45383</c:v>
                </c:pt>
                <c:pt idx="62">
                  <c:v>45384</c:v>
                </c:pt>
                <c:pt idx="63">
                  <c:v>45385</c:v>
                </c:pt>
                <c:pt idx="64">
                  <c:v>45386</c:v>
                </c:pt>
                <c:pt idx="65">
                  <c:v>45387</c:v>
                </c:pt>
                <c:pt idx="66">
                  <c:v>45390</c:v>
                </c:pt>
                <c:pt idx="67">
                  <c:v>45391</c:v>
                </c:pt>
                <c:pt idx="68">
                  <c:v>45393</c:v>
                </c:pt>
                <c:pt idx="69">
                  <c:v>45394</c:v>
                </c:pt>
                <c:pt idx="70">
                  <c:v>45397</c:v>
                </c:pt>
                <c:pt idx="71">
                  <c:v>45398</c:v>
                </c:pt>
                <c:pt idx="72">
                  <c:v>45399</c:v>
                </c:pt>
                <c:pt idx="73">
                  <c:v>45400</c:v>
                </c:pt>
                <c:pt idx="74">
                  <c:v>45401</c:v>
                </c:pt>
                <c:pt idx="75">
                  <c:v>45404</c:v>
                </c:pt>
                <c:pt idx="76">
                  <c:v>45405</c:v>
                </c:pt>
                <c:pt idx="77">
                  <c:v>45406</c:v>
                </c:pt>
                <c:pt idx="78">
                  <c:v>45407</c:v>
                </c:pt>
                <c:pt idx="79">
                  <c:v>45408</c:v>
                </c:pt>
                <c:pt idx="80">
                  <c:v>45411</c:v>
                </c:pt>
                <c:pt idx="81">
                  <c:v>45412</c:v>
                </c:pt>
                <c:pt idx="82">
                  <c:v>45414</c:v>
                </c:pt>
                <c:pt idx="83">
                  <c:v>45415</c:v>
                </c:pt>
                <c:pt idx="84">
                  <c:v>45419</c:v>
                </c:pt>
                <c:pt idx="85">
                  <c:v>45420</c:v>
                </c:pt>
                <c:pt idx="86">
                  <c:v>45421</c:v>
                </c:pt>
                <c:pt idx="87">
                  <c:v>45422</c:v>
                </c:pt>
                <c:pt idx="88">
                  <c:v>45425</c:v>
                </c:pt>
                <c:pt idx="89">
                  <c:v>45426</c:v>
                </c:pt>
                <c:pt idx="90">
                  <c:v>45428</c:v>
                </c:pt>
                <c:pt idx="91">
                  <c:v>45429</c:v>
                </c:pt>
                <c:pt idx="92">
                  <c:v>45432</c:v>
                </c:pt>
                <c:pt idx="93">
                  <c:v>45433</c:v>
                </c:pt>
                <c:pt idx="94">
                  <c:v>45434</c:v>
                </c:pt>
                <c:pt idx="95">
                  <c:v>45435</c:v>
                </c:pt>
                <c:pt idx="96">
                  <c:v>45436</c:v>
                </c:pt>
                <c:pt idx="97">
                  <c:v>45439</c:v>
                </c:pt>
                <c:pt idx="98">
                  <c:v>45440</c:v>
                </c:pt>
                <c:pt idx="99">
                  <c:v>45441</c:v>
                </c:pt>
                <c:pt idx="100">
                  <c:v>45442</c:v>
                </c:pt>
                <c:pt idx="101">
                  <c:v>45443</c:v>
                </c:pt>
                <c:pt idx="102">
                  <c:v>45446</c:v>
                </c:pt>
                <c:pt idx="103">
                  <c:v>45447</c:v>
                </c:pt>
                <c:pt idx="104">
                  <c:v>45448</c:v>
                </c:pt>
                <c:pt idx="105">
                  <c:v>45450</c:v>
                </c:pt>
                <c:pt idx="106">
                  <c:v>45453</c:v>
                </c:pt>
                <c:pt idx="107">
                  <c:v>45454</c:v>
                </c:pt>
                <c:pt idx="108">
                  <c:v>45455</c:v>
                </c:pt>
                <c:pt idx="109">
                  <c:v>45456</c:v>
                </c:pt>
                <c:pt idx="110">
                  <c:v>45457</c:v>
                </c:pt>
                <c:pt idx="111">
                  <c:v>45460</c:v>
                </c:pt>
                <c:pt idx="112">
                  <c:v>45461</c:v>
                </c:pt>
                <c:pt idx="113">
                  <c:v>45462</c:v>
                </c:pt>
                <c:pt idx="114">
                  <c:v>45463</c:v>
                </c:pt>
                <c:pt idx="115">
                  <c:v>45464</c:v>
                </c:pt>
                <c:pt idx="116">
                  <c:v>45467</c:v>
                </c:pt>
                <c:pt idx="117">
                  <c:v>45468</c:v>
                </c:pt>
                <c:pt idx="118">
                  <c:v>45469</c:v>
                </c:pt>
                <c:pt idx="119">
                  <c:v>45470</c:v>
                </c:pt>
                <c:pt idx="120">
                  <c:v>45471</c:v>
                </c:pt>
                <c:pt idx="121">
                  <c:v>45474</c:v>
                </c:pt>
                <c:pt idx="122">
                  <c:v>45475</c:v>
                </c:pt>
                <c:pt idx="123">
                  <c:v>45476</c:v>
                </c:pt>
                <c:pt idx="124">
                  <c:v>45477</c:v>
                </c:pt>
                <c:pt idx="125">
                  <c:v>45478</c:v>
                </c:pt>
                <c:pt idx="126">
                  <c:v>45481</c:v>
                </c:pt>
                <c:pt idx="127">
                  <c:v>45482</c:v>
                </c:pt>
                <c:pt idx="128">
                  <c:v>45483</c:v>
                </c:pt>
                <c:pt idx="129">
                  <c:v>45484</c:v>
                </c:pt>
                <c:pt idx="130">
                  <c:v>45485</c:v>
                </c:pt>
                <c:pt idx="131">
                  <c:v>45488</c:v>
                </c:pt>
                <c:pt idx="132">
                  <c:v>45489</c:v>
                </c:pt>
                <c:pt idx="133">
                  <c:v>45490</c:v>
                </c:pt>
                <c:pt idx="134">
                  <c:v>45491</c:v>
                </c:pt>
                <c:pt idx="135">
                  <c:v>45492</c:v>
                </c:pt>
                <c:pt idx="136">
                  <c:v>45495</c:v>
                </c:pt>
                <c:pt idx="137">
                  <c:v>45496</c:v>
                </c:pt>
                <c:pt idx="138">
                  <c:v>45497</c:v>
                </c:pt>
                <c:pt idx="139">
                  <c:v>45498</c:v>
                </c:pt>
                <c:pt idx="140">
                  <c:v>45499</c:v>
                </c:pt>
                <c:pt idx="141">
                  <c:v>45502</c:v>
                </c:pt>
                <c:pt idx="142">
                  <c:v>45503</c:v>
                </c:pt>
                <c:pt idx="143">
                  <c:v>45504</c:v>
                </c:pt>
                <c:pt idx="144">
                  <c:v>45505</c:v>
                </c:pt>
                <c:pt idx="145">
                  <c:v>45506</c:v>
                </c:pt>
                <c:pt idx="146">
                  <c:v>45509</c:v>
                </c:pt>
                <c:pt idx="147">
                  <c:v>45510</c:v>
                </c:pt>
                <c:pt idx="148">
                  <c:v>45511</c:v>
                </c:pt>
                <c:pt idx="149">
                  <c:v>45512</c:v>
                </c:pt>
                <c:pt idx="150">
                  <c:v>45513</c:v>
                </c:pt>
                <c:pt idx="151">
                  <c:v>45516</c:v>
                </c:pt>
                <c:pt idx="152">
                  <c:v>45517</c:v>
                </c:pt>
                <c:pt idx="153">
                  <c:v>45518</c:v>
                </c:pt>
                <c:pt idx="154">
                  <c:v>45520</c:v>
                </c:pt>
                <c:pt idx="155">
                  <c:v>45523</c:v>
                </c:pt>
                <c:pt idx="156">
                  <c:v>45524</c:v>
                </c:pt>
                <c:pt idx="157">
                  <c:v>45525</c:v>
                </c:pt>
                <c:pt idx="158">
                  <c:v>45526</c:v>
                </c:pt>
                <c:pt idx="159">
                  <c:v>45527</c:v>
                </c:pt>
                <c:pt idx="160">
                  <c:v>45530</c:v>
                </c:pt>
                <c:pt idx="161">
                  <c:v>45531</c:v>
                </c:pt>
                <c:pt idx="162">
                  <c:v>45532</c:v>
                </c:pt>
                <c:pt idx="163">
                  <c:v>45533</c:v>
                </c:pt>
                <c:pt idx="164">
                  <c:v>45534</c:v>
                </c:pt>
                <c:pt idx="165">
                  <c:v>45537</c:v>
                </c:pt>
                <c:pt idx="166">
                  <c:v>45538</c:v>
                </c:pt>
                <c:pt idx="167">
                  <c:v>45539</c:v>
                </c:pt>
                <c:pt idx="168">
                  <c:v>45540</c:v>
                </c:pt>
                <c:pt idx="169">
                  <c:v>45541</c:v>
                </c:pt>
                <c:pt idx="170">
                  <c:v>45544</c:v>
                </c:pt>
                <c:pt idx="171">
                  <c:v>45545</c:v>
                </c:pt>
                <c:pt idx="172">
                  <c:v>45546</c:v>
                </c:pt>
                <c:pt idx="173">
                  <c:v>45547</c:v>
                </c:pt>
                <c:pt idx="174">
                  <c:v>45548</c:v>
                </c:pt>
                <c:pt idx="175">
                  <c:v>45554</c:v>
                </c:pt>
                <c:pt idx="176">
                  <c:v>45555</c:v>
                </c:pt>
                <c:pt idx="177">
                  <c:v>45558</c:v>
                </c:pt>
                <c:pt idx="178">
                  <c:v>45559</c:v>
                </c:pt>
                <c:pt idx="179">
                  <c:v>45560</c:v>
                </c:pt>
                <c:pt idx="180">
                  <c:v>45561</c:v>
                </c:pt>
                <c:pt idx="181">
                  <c:v>45562</c:v>
                </c:pt>
                <c:pt idx="182">
                  <c:v>45565</c:v>
                </c:pt>
                <c:pt idx="183">
                  <c:v>45567</c:v>
                </c:pt>
                <c:pt idx="184">
                  <c:v>45569</c:v>
                </c:pt>
                <c:pt idx="185">
                  <c:v>45572</c:v>
                </c:pt>
                <c:pt idx="186">
                  <c:v>45573</c:v>
                </c:pt>
                <c:pt idx="187">
                  <c:v>45575</c:v>
                </c:pt>
                <c:pt idx="188">
                  <c:v>45576</c:v>
                </c:pt>
                <c:pt idx="189">
                  <c:v>45579</c:v>
                </c:pt>
                <c:pt idx="190">
                  <c:v>45580</c:v>
                </c:pt>
                <c:pt idx="191">
                  <c:v>45581</c:v>
                </c:pt>
                <c:pt idx="192">
                  <c:v>45582</c:v>
                </c:pt>
                <c:pt idx="193">
                  <c:v>45583</c:v>
                </c:pt>
                <c:pt idx="194">
                  <c:v>45586</c:v>
                </c:pt>
                <c:pt idx="195">
                  <c:v>45587</c:v>
                </c:pt>
                <c:pt idx="196">
                  <c:v>45588</c:v>
                </c:pt>
                <c:pt idx="197">
                  <c:v>45589</c:v>
                </c:pt>
                <c:pt idx="198">
                  <c:v>45590</c:v>
                </c:pt>
                <c:pt idx="199">
                  <c:v>45593</c:v>
                </c:pt>
                <c:pt idx="200">
                  <c:v>45594</c:v>
                </c:pt>
                <c:pt idx="201">
                  <c:v>45595</c:v>
                </c:pt>
                <c:pt idx="202">
                  <c:v>45596</c:v>
                </c:pt>
                <c:pt idx="203">
                  <c:v>45597</c:v>
                </c:pt>
                <c:pt idx="204">
                  <c:v>45600</c:v>
                </c:pt>
                <c:pt idx="205">
                  <c:v>45601</c:v>
                </c:pt>
                <c:pt idx="206">
                  <c:v>45602</c:v>
                </c:pt>
                <c:pt idx="207">
                  <c:v>45603</c:v>
                </c:pt>
                <c:pt idx="208">
                  <c:v>45604</c:v>
                </c:pt>
                <c:pt idx="209">
                  <c:v>45607</c:v>
                </c:pt>
                <c:pt idx="210">
                  <c:v>45608</c:v>
                </c:pt>
                <c:pt idx="211">
                  <c:v>45609</c:v>
                </c:pt>
                <c:pt idx="212">
                  <c:v>45610</c:v>
                </c:pt>
                <c:pt idx="213">
                  <c:v>45611</c:v>
                </c:pt>
                <c:pt idx="214">
                  <c:v>45614</c:v>
                </c:pt>
                <c:pt idx="215">
                  <c:v>45615</c:v>
                </c:pt>
                <c:pt idx="216">
                  <c:v>45616</c:v>
                </c:pt>
                <c:pt idx="217">
                  <c:v>45617</c:v>
                </c:pt>
                <c:pt idx="218">
                  <c:v>45618</c:v>
                </c:pt>
                <c:pt idx="219">
                  <c:v>45621</c:v>
                </c:pt>
                <c:pt idx="220">
                  <c:v>45622</c:v>
                </c:pt>
                <c:pt idx="221">
                  <c:v>45623</c:v>
                </c:pt>
                <c:pt idx="222">
                  <c:v>45624</c:v>
                </c:pt>
                <c:pt idx="223">
                  <c:v>45625</c:v>
                </c:pt>
                <c:pt idx="224">
                  <c:v>45628</c:v>
                </c:pt>
                <c:pt idx="225">
                  <c:v>45629</c:v>
                </c:pt>
                <c:pt idx="226">
                  <c:v>45630</c:v>
                </c:pt>
                <c:pt idx="227">
                  <c:v>45631</c:v>
                </c:pt>
                <c:pt idx="228">
                  <c:v>45632</c:v>
                </c:pt>
                <c:pt idx="229">
                  <c:v>45635</c:v>
                </c:pt>
                <c:pt idx="230">
                  <c:v>45636</c:v>
                </c:pt>
                <c:pt idx="231">
                  <c:v>45637</c:v>
                </c:pt>
                <c:pt idx="232">
                  <c:v>45638</c:v>
                </c:pt>
                <c:pt idx="233">
                  <c:v>45639</c:v>
                </c:pt>
                <c:pt idx="234">
                  <c:v>45642</c:v>
                </c:pt>
                <c:pt idx="235">
                  <c:v>45643</c:v>
                </c:pt>
                <c:pt idx="236">
                  <c:v>45644</c:v>
                </c:pt>
                <c:pt idx="237">
                  <c:v>45645</c:v>
                </c:pt>
                <c:pt idx="238">
                  <c:v>45646</c:v>
                </c:pt>
                <c:pt idx="239">
                  <c:v>45649</c:v>
                </c:pt>
                <c:pt idx="240">
                  <c:v>45650</c:v>
                </c:pt>
                <c:pt idx="241">
                  <c:v>45652</c:v>
                </c:pt>
                <c:pt idx="242">
                  <c:v>45653</c:v>
                </c:pt>
                <c:pt idx="243">
                  <c:v>45656</c:v>
                </c:pt>
                <c:pt idx="244">
                  <c:v>45659</c:v>
                </c:pt>
                <c:pt idx="245">
                  <c:v>45660</c:v>
                </c:pt>
                <c:pt idx="246">
                  <c:v>45663</c:v>
                </c:pt>
                <c:pt idx="247">
                  <c:v>45664</c:v>
                </c:pt>
                <c:pt idx="248">
                  <c:v>45665</c:v>
                </c:pt>
                <c:pt idx="249">
                  <c:v>45666</c:v>
                </c:pt>
                <c:pt idx="250">
                  <c:v>45667</c:v>
                </c:pt>
                <c:pt idx="251">
                  <c:v>45670</c:v>
                </c:pt>
                <c:pt idx="252">
                  <c:v>45671</c:v>
                </c:pt>
                <c:pt idx="253">
                  <c:v>45672</c:v>
                </c:pt>
                <c:pt idx="254">
                  <c:v>45673</c:v>
                </c:pt>
                <c:pt idx="255">
                  <c:v>45674</c:v>
                </c:pt>
                <c:pt idx="256">
                  <c:v>45677</c:v>
                </c:pt>
                <c:pt idx="257">
                  <c:v>45678</c:v>
                </c:pt>
                <c:pt idx="258">
                  <c:v>45679</c:v>
                </c:pt>
                <c:pt idx="259">
                  <c:v>45680</c:v>
                </c:pt>
                <c:pt idx="260">
                  <c:v>45681</c:v>
                </c:pt>
                <c:pt idx="261">
                  <c:v>45688</c:v>
                </c:pt>
                <c:pt idx="262">
                  <c:v>45691</c:v>
                </c:pt>
                <c:pt idx="263">
                  <c:v>45692</c:v>
                </c:pt>
                <c:pt idx="264">
                  <c:v>45693</c:v>
                </c:pt>
                <c:pt idx="265">
                  <c:v>45694</c:v>
                </c:pt>
                <c:pt idx="266">
                  <c:v>45695</c:v>
                </c:pt>
                <c:pt idx="267">
                  <c:v>45698</c:v>
                </c:pt>
                <c:pt idx="268">
                  <c:v>45699</c:v>
                </c:pt>
                <c:pt idx="269">
                  <c:v>45700</c:v>
                </c:pt>
                <c:pt idx="270">
                  <c:v>45701</c:v>
                </c:pt>
                <c:pt idx="271">
                  <c:v>45702</c:v>
                </c:pt>
                <c:pt idx="272">
                  <c:v>45705</c:v>
                </c:pt>
                <c:pt idx="273">
                  <c:v>45706</c:v>
                </c:pt>
                <c:pt idx="274">
                  <c:v>45707</c:v>
                </c:pt>
                <c:pt idx="275">
                  <c:v>45708</c:v>
                </c:pt>
                <c:pt idx="276">
                  <c:v>45709</c:v>
                </c:pt>
                <c:pt idx="277">
                  <c:v>45712</c:v>
                </c:pt>
                <c:pt idx="278">
                  <c:v>45713</c:v>
                </c:pt>
                <c:pt idx="279">
                  <c:v>45714</c:v>
                </c:pt>
                <c:pt idx="280">
                  <c:v>45715</c:v>
                </c:pt>
                <c:pt idx="281">
                  <c:v>45716</c:v>
                </c:pt>
                <c:pt idx="282">
                  <c:v>45720</c:v>
                </c:pt>
                <c:pt idx="283">
                  <c:v>45721</c:v>
                </c:pt>
                <c:pt idx="284">
                  <c:v>45722</c:v>
                </c:pt>
                <c:pt idx="285">
                  <c:v>45723</c:v>
                </c:pt>
                <c:pt idx="286">
                  <c:v>45726</c:v>
                </c:pt>
                <c:pt idx="287">
                  <c:v>45727</c:v>
                </c:pt>
                <c:pt idx="288">
                  <c:v>45728</c:v>
                </c:pt>
                <c:pt idx="289">
                  <c:v>45729</c:v>
                </c:pt>
                <c:pt idx="290">
                  <c:v>45730</c:v>
                </c:pt>
                <c:pt idx="291">
                  <c:v>45733</c:v>
                </c:pt>
                <c:pt idx="292">
                  <c:v>45734</c:v>
                </c:pt>
                <c:pt idx="293">
                  <c:v>45735</c:v>
                </c:pt>
                <c:pt idx="294">
                  <c:v>45736</c:v>
                </c:pt>
                <c:pt idx="295">
                  <c:v>45737</c:v>
                </c:pt>
              </c:numCache>
            </c:numRef>
          </c:cat>
          <c:val>
            <c:numRef>
              <c:f>Sheet4!$B$22:$KK$22</c:f>
              <c:numCache>
                <c:formatCode>General</c:formatCode>
                <c:ptCount val="296"/>
                <c:pt idx="0">
                  <c:v>100</c:v>
                </c:pt>
                <c:pt idx="1">
                  <c:v>97.659009442619521</c:v>
                </c:pt>
                <c:pt idx="2">
                  <c:v>96.899030268071513</c:v>
                </c:pt>
                <c:pt idx="3">
                  <c:v>96.564174978743793</c:v>
                </c:pt>
                <c:pt idx="4">
                  <c:v>96.179877968844224</c:v>
                </c:pt>
                <c:pt idx="5">
                  <c:v>95.933418482963205</c:v>
                </c:pt>
                <c:pt idx="6">
                  <c:v>95.212018832800837</c:v>
                </c:pt>
                <c:pt idx="7">
                  <c:v>95.147969331150904</c:v>
                </c:pt>
                <c:pt idx="8">
                  <c:v>94.577891310617616</c:v>
                </c:pt>
                <c:pt idx="9">
                  <c:v>94.613099808600609</c:v>
                </c:pt>
                <c:pt idx="10">
                  <c:v>93.549353699326915</c:v>
                </c:pt>
                <c:pt idx="11">
                  <c:v>91.238702379570086</c:v>
                </c:pt>
                <c:pt idx="12">
                  <c:v>91.393769594090969</c:v>
                </c:pt>
                <c:pt idx="13">
                  <c:v>92.618575853712429</c:v>
                </c:pt>
                <c:pt idx="14">
                  <c:v>92.304321281289674</c:v>
                </c:pt>
                <c:pt idx="15">
                  <c:v>92.838441686861614</c:v>
                </c:pt>
                <c:pt idx="16">
                  <c:v>92.504335514512263</c:v>
                </c:pt>
                <c:pt idx="17">
                  <c:v>92.528681816309032</c:v>
                </c:pt>
                <c:pt idx="18">
                  <c:v>92.836568894415706</c:v>
                </c:pt>
                <c:pt idx="19">
                  <c:v>93.663968597016265</c:v>
                </c:pt>
                <c:pt idx="20">
                  <c:v>93.595049835006989</c:v>
                </c:pt>
                <c:pt idx="21">
                  <c:v>93.530625774867886</c:v>
                </c:pt>
                <c:pt idx="22">
                  <c:v>95.22999764028151</c:v>
                </c:pt>
                <c:pt idx="23">
                  <c:v>97.95865623396422</c:v>
                </c:pt>
                <c:pt idx="24">
                  <c:v>97.059715859930108</c:v>
                </c:pt>
                <c:pt idx="25">
                  <c:v>96.493757982777794</c:v>
                </c:pt>
                <c:pt idx="26">
                  <c:v>97.744034219663561</c:v>
                </c:pt>
                <c:pt idx="27">
                  <c:v>98.146310037043833</c:v>
                </c:pt>
                <c:pt idx="28">
                  <c:v>99.244515527322164</c:v>
                </c:pt>
                <c:pt idx="29">
                  <c:v>98.15005562193565</c:v>
                </c:pt>
                <c:pt idx="30">
                  <c:v>97.902097902097907</c:v>
                </c:pt>
                <c:pt idx="31">
                  <c:v>99.211554380274265</c:v>
                </c:pt>
                <c:pt idx="32">
                  <c:v>100.39141362119403</c:v>
                </c:pt>
                <c:pt idx="33">
                  <c:v>99.549780696004589</c:v>
                </c:pt>
                <c:pt idx="34">
                  <c:v>99.381978492851559</c:v>
                </c:pt>
                <c:pt idx="35">
                  <c:v>99.792494596993791</c:v>
                </c:pt>
                <c:pt idx="36">
                  <c:v>99.920968158782827</c:v>
                </c:pt>
                <c:pt idx="37">
                  <c:v>99.148628554091871</c:v>
                </c:pt>
                <c:pt idx="38">
                  <c:v>98.323476202426392</c:v>
                </c:pt>
                <c:pt idx="39">
                  <c:v>99.343773526955104</c:v>
                </c:pt>
                <c:pt idx="40">
                  <c:v>98.971836947198497</c:v>
                </c:pt>
                <c:pt idx="41">
                  <c:v>100.16705308617466</c:v>
                </c:pt>
                <c:pt idx="42">
                  <c:v>99.235526123581835</c:v>
                </c:pt>
                <c:pt idx="43">
                  <c:v>98.939250358639754</c:v>
                </c:pt>
                <c:pt idx="44">
                  <c:v>99.168854712507624</c:v>
                </c:pt>
                <c:pt idx="45">
                  <c:v>100.39478464759664</c:v>
                </c:pt>
                <c:pt idx="46">
                  <c:v>99.626565186286669</c:v>
                </c:pt>
                <c:pt idx="47">
                  <c:v>100.44947018701707</c:v>
                </c:pt>
                <c:pt idx="48">
                  <c:v>100.88995097029378</c:v>
                </c:pt>
                <c:pt idx="49">
                  <c:v>101.83346380454041</c:v>
                </c:pt>
                <c:pt idx="50">
                  <c:v>99.888756128713283</c:v>
                </c:pt>
                <c:pt idx="51">
                  <c:v>100.60041725815697</c:v>
                </c:pt>
                <c:pt idx="52">
                  <c:v>99.489102220757289</c:v>
                </c:pt>
                <c:pt idx="53">
                  <c:v>100.76147740850472</c:v>
                </c:pt>
                <c:pt idx="54">
                  <c:v>103.18561995048337</c:v>
                </c:pt>
                <c:pt idx="55">
                  <c:v>102.94964810229941</c:v>
                </c:pt>
                <c:pt idx="56">
                  <c:v>102.53800832268965</c:v>
                </c:pt>
                <c:pt idx="57">
                  <c:v>103.2691464935707</c:v>
                </c:pt>
                <c:pt idx="58">
                  <c:v>103.19498391271289</c:v>
                </c:pt>
                <c:pt idx="59">
                  <c:v>102.84701907626386</c:v>
                </c:pt>
                <c:pt idx="60">
                  <c:v>102.87735831388751</c:v>
                </c:pt>
                <c:pt idx="61">
                  <c:v>102.92342900805676</c:v>
                </c:pt>
                <c:pt idx="62">
                  <c:v>103.12194500732261</c:v>
                </c:pt>
                <c:pt idx="63">
                  <c:v>101.39185934579614</c:v>
                </c:pt>
                <c:pt idx="64">
                  <c:v>102.70393773339677</c:v>
                </c:pt>
                <c:pt idx="65">
                  <c:v>101.66303969196311</c:v>
                </c:pt>
                <c:pt idx="66">
                  <c:v>101.79188781224133</c:v>
                </c:pt>
                <c:pt idx="67">
                  <c:v>101.3240642592544</c:v>
                </c:pt>
                <c:pt idx="68">
                  <c:v>101.39148478730698</c:v>
                </c:pt>
                <c:pt idx="69">
                  <c:v>100.44984474550624</c:v>
                </c:pt>
                <c:pt idx="70">
                  <c:v>100.02322262632921</c:v>
                </c:pt>
                <c:pt idx="71">
                  <c:v>97.745907012109484</c:v>
                </c:pt>
                <c:pt idx="72">
                  <c:v>96.792655657144138</c:v>
                </c:pt>
                <c:pt idx="73">
                  <c:v>98.684925144485931</c:v>
                </c:pt>
                <c:pt idx="74">
                  <c:v>97.08031657683506</c:v>
                </c:pt>
                <c:pt idx="75">
                  <c:v>98.487907379176804</c:v>
                </c:pt>
                <c:pt idx="76">
                  <c:v>98.247440829122667</c:v>
                </c:pt>
                <c:pt idx="77">
                  <c:v>100.22248774257345</c:v>
                </c:pt>
                <c:pt idx="78">
                  <c:v>98.457193583063969</c:v>
                </c:pt>
                <c:pt idx="79">
                  <c:v>99.495095156584185</c:v>
                </c:pt>
                <c:pt idx="80">
                  <c:v>100.66034661642588</c:v>
                </c:pt>
                <c:pt idx="81">
                  <c:v>100.83339263842745</c:v>
                </c:pt>
                <c:pt idx="82">
                  <c:v>100.51838894902633</c:v>
                </c:pt>
                <c:pt idx="83">
                  <c:v>100.25544888962136</c:v>
                </c:pt>
                <c:pt idx="84">
                  <c:v>102.41777504766259</c:v>
                </c:pt>
                <c:pt idx="85">
                  <c:v>102.81817807259695</c:v>
                </c:pt>
                <c:pt idx="86">
                  <c:v>101.58550608470264</c:v>
                </c:pt>
                <c:pt idx="87">
                  <c:v>102.16569718444384</c:v>
                </c:pt>
                <c:pt idx="88">
                  <c:v>102.14996572789825</c:v>
                </c:pt>
                <c:pt idx="89">
                  <c:v>102.26720253501188</c:v>
                </c:pt>
                <c:pt idx="90">
                  <c:v>103.11595207149573</c:v>
                </c:pt>
                <c:pt idx="91">
                  <c:v>102.05295507920039</c:v>
                </c:pt>
                <c:pt idx="92">
                  <c:v>102.70918155224528</c:v>
                </c:pt>
                <c:pt idx="93">
                  <c:v>102.03647450567644</c:v>
                </c:pt>
                <c:pt idx="94">
                  <c:v>102.00950629445542</c:v>
                </c:pt>
                <c:pt idx="95">
                  <c:v>101.94770414374057</c:v>
                </c:pt>
                <c:pt idx="96">
                  <c:v>100.66633955225277</c:v>
                </c:pt>
                <c:pt idx="97">
                  <c:v>101.99190204546392</c:v>
                </c:pt>
                <c:pt idx="98">
                  <c:v>101.98665822661536</c:v>
                </c:pt>
                <c:pt idx="99">
                  <c:v>100.28054430839649</c:v>
                </c:pt>
                <c:pt idx="100">
                  <c:v>98.712642472685332</c:v>
                </c:pt>
                <c:pt idx="101">
                  <c:v>98.753094789516865</c:v>
                </c:pt>
                <c:pt idx="102">
                  <c:v>100.4760638397489</c:v>
                </c:pt>
                <c:pt idx="103">
                  <c:v>99.711215404841553</c:v>
                </c:pt>
                <c:pt idx="104">
                  <c:v>100.73750566519715</c:v>
                </c:pt>
                <c:pt idx="105">
                  <c:v>101.97991617381012</c:v>
                </c:pt>
                <c:pt idx="106">
                  <c:v>101.17461542207124</c:v>
                </c:pt>
                <c:pt idx="107">
                  <c:v>101.33005719508131</c:v>
                </c:pt>
                <c:pt idx="108">
                  <c:v>102.18592334285961</c:v>
                </c:pt>
                <c:pt idx="109">
                  <c:v>103.18674362595091</c:v>
                </c:pt>
                <c:pt idx="110">
                  <c:v>103.31896277263178</c:v>
                </c:pt>
                <c:pt idx="111">
                  <c:v>102.78259501612474</c:v>
                </c:pt>
                <c:pt idx="112">
                  <c:v>103.52496994168125</c:v>
                </c:pt>
                <c:pt idx="113">
                  <c:v>104.77636985403456</c:v>
                </c:pt>
                <c:pt idx="114">
                  <c:v>105.16216509789086</c:v>
                </c:pt>
                <c:pt idx="115">
                  <c:v>104.28682190867515</c:v>
                </c:pt>
                <c:pt idx="116">
                  <c:v>103.55530917930488</c:v>
                </c:pt>
                <c:pt idx="117">
                  <c:v>103.91713267985364</c:v>
                </c:pt>
                <c:pt idx="118">
                  <c:v>104.57860297174706</c:v>
                </c:pt>
                <c:pt idx="119">
                  <c:v>104.27933073889153</c:v>
                </c:pt>
                <c:pt idx="120">
                  <c:v>104.79472322000443</c:v>
                </c:pt>
                <c:pt idx="121">
                  <c:v>105.0378116794828</c:v>
                </c:pt>
                <c:pt idx="122">
                  <c:v>104.15947202235365</c:v>
                </c:pt>
                <c:pt idx="123">
                  <c:v>104.65201643562652</c:v>
                </c:pt>
                <c:pt idx="124">
                  <c:v>105.81052584266297</c:v>
                </c:pt>
                <c:pt idx="125">
                  <c:v>107.20725444881847</c:v>
                </c:pt>
                <c:pt idx="126">
                  <c:v>107.0398268041546</c:v>
                </c:pt>
                <c:pt idx="127">
                  <c:v>107.40015207074663</c:v>
                </c:pt>
                <c:pt idx="128">
                  <c:v>107.42300013858663</c:v>
                </c:pt>
                <c:pt idx="129">
                  <c:v>108.29796876931317</c:v>
                </c:pt>
                <c:pt idx="130">
                  <c:v>107.01136035897684</c:v>
                </c:pt>
                <c:pt idx="131">
                  <c:v>107.15818728673577</c:v>
                </c:pt>
                <c:pt idx="132">
                  <c:v>107.35183402564228</c:v>
                </c:pt>
                <c:pt idx="133">
                  <c:v>106.49784067030987</c:v>
                </c:pt>
                <c:pt idx="134">
                  <c:v>105.78842689180128</c:v>
                </c:pt>
                <c:pt idx="135">
                  <c:v>104.70632741655774</c:v>
                </c:pt>
                <c:pt idx="136">
                  <c:v>103.50961304362485</c:v>
                </c:pt>
                <c:pt idx="137">
                  <c:v>103.91338709496181</c:v>
                </c:pt>
                <c:pt idx="138">
                  <c:v>103.32982496881802</c:v>
                </c:pt>
                <c:pt idx="139">
                  <c:v>101.5296968698147</c:v>
                </c:pt>
                <c:pt idx="140">
                  <c:v>102.32563365932408</c:v>
                </c:pt>
                <c:pt idx="141">
                  <c:v>103.58527385843936</c:v>
                </c:pt>
                <c:pt idx="142">
                  <c:v>102.56123094901885</c:v>
                </c:pt>
                <c:pt idx="143">
                  <c:v>103.7785460388567</c:v>
                </c:pt>
                <c:pt idx="144">
                  <c:v>104.04036242279413</c:v>
                </c:pt>
                <c:pt idx="145">
                  <c:v>100.2389683160974</c:v>
                </c:pt>
                <c:pt idx="146">
                  <c:v>91.450327925957282</c:v>
                </c:pt>
                <c:pt idx="147">
                  <c:v>94.469269348755162</c:v>
                </c:pt>
                <c:pt idx="148">
                  <c:v>96.201976919705885</c:v>
                </c:pt>
                <c:pt idx="149">
                  <c:v>95.764492604342635</c:v>
                </c:pt>
                <c:pt idx="150">
                  <c:v>96.951843015046009</c:v>
                </c:pt>
                <c:pt idx="151">
                  <c:v>98.070649222229306</c:v>
                </c:pt>
                <c:pt idx="152">
                  <c:v>98.190507938767183</c:v>
                </c:pt>
                <c:pt idx="153">
                  <c:v>99.051992463883195</c:v>
                </c:pt>
                <c:pt idx="154">
                  <c:v>101.02703937733398</c:v>
                </c:pt>
                <c:pt idx="155">
                  <c:v>100.17042411257731</c:v>
                </c:pt>
                <c:pt idx="156">
                  <c:v>101.00456586798312</c:v>
                </c:pt>
                <c:pt idx="157">
                  <c:v>101.17311718811453</c:v>
                </c:pt>
                <c:pt idx="158">
                  <c:v>101.41807844003881</c:v>
                </c:pt>
                <c:pt idx="159">
                  <c:v>101.19409246350864</c:v>
                </c:pt>
                <c:pt idx="160">
                  <c:v>101.05625493949009</c:v>
                </c:pt>
                <c:pt idx="161">
                  <c:v>100.72814170296762</c:v>
                </c:pt>
                <c:pt idx="162">
                  <c:v>100.74986609534011</c:v>
                </c:pt>
                <c:pt idx="163">
                  <c:v>99.717957457646804</c:v>
                </c:pt>
                <c:pt idx="164">
                  <c:v>100.1685513201314</c:v>
                </c:pt>
                <c:pt idx="165">
                  <c:v>100.41913094939341</c:v>
                </c:pt>
                <c:pt idx="166">
                  <c:v>99.805978702604321</c:v>
                </c:pt>
                <c:pt idx="167">
                  <c:v>96.66605488780101</c:v>
                </c:pt>
                <c:pt idx="168">
                  <c:v>96.467538888535145</c:v>
                </c:pt>
                <c:pt idx="169">
                  <c:v>95.298167285312445</c:v>
                </c:pt>
                <c:pt idx="170">
                  <c:v>94.9854109468464</c:v>
                </c:pt>
                <c:pt idx="171">
                  <c:v>94.517212835370302</c:v>
                </c:pt>
                <c:pt idx="172">
                  <c:v>94.140406995254338</c:v>
                </c:pt>
                <c:pt idx="173">
                  <c:v>96.339814443724464</c:v>
                </c:pt>
                <c:pt idx="174">
                  <c:v>96.464167862132513</c:v>
                </c:pt>
                <c:pt idx="175">
                  <c:v>96.66605488780101</c:v>
                </c:pt>
                <c:pt idx="176">
                  <c:v>97.136874908701358</c:v>
                </c:pt>
                <c:pt idx="177">
                  <c:v>97.460493443353656</c:v>
                </c:pt>
                <c:pt idx="178">
                  <c:v>98.571808480753305</c:v>
                </c:pt>
                <c:pt idx="179">
                  <c:v>97.247369663009735</c:v>
                </c:pt>
                <c:pt idx="180">
                  <c:v>100.06592229409583</c:v>
                </c:pt>
                <c:pt idx="181">
                  <c:v>99.249759346170705</c:v>
                </c:pt>
                <c:pt idx="182">
                  <c:v>97.13312932380957</c:v>
                </c:pt>
                <c:pt idx="183">
                  <c:v>95.950273614976354</c:v>
                </c:pt>
                <c:pt idx="184">
                  <c:v>96.250669523299422</c:v>
                </c:pt>
                <c:pt idx="185">
                  <c:v>97.773998898798041</c:v>
                </c:pt>
                <c:pt idx="186">
                  <c:v>97.173956199130288</c:v>
                </c:pt>
                <c:pt idx="187">
                  <c:v>97.353744273937096</c:v>
                </c:pt>
                <c:pt idx="188">
                  <c:v>97.269468613871396</c:v>
                </c:pt>
                <c:pt idx="189">
                  <c:v>98.25755390833055</c:v>
                </c:pt>
                <c:pt idx="190">
                  <c:v>98.638105333338316</c:v>
                </c:pt>
                <c:pt idx="191">
                  <c:v>97.773249781819686</c:v>
                </c:pt>
                <c:pt idx="192">
                  <c:v>97.733546581966507</c:v>
                </c:pt>
                <c:pt idx="193">
                  <c:v>97.153730040714521</c:v>
                </c:pt>
                <c:pt idx="194">
                  <c:v>97.569489963705294</c:v>
                </c:pt>
                <c:pt idx="195">
                  <c:v>96.287750813728309</c:v>
                </c:pt>
                <c:pt idx="196">
                  <c:v>97.370973964439415</c:v>
                </c:pt>
                <c:pt idx="197">
                  <c:v>96.67466973305217</c:v>
                </c:pt>
                <c:pt idx="198">
                  <c:v>96.758570834628685</c:v>
                </c:pt>
                <c:pt idx="199">
                  <c:v>97.850783389080121</c:v>
                </c:pt>
                <c:pt idx="200">
                  <c:v>98.051921297770264</c:v>
                </c:pt>
                <c:pt idx="201">
                  <c:v>97.152606365246967</c:v>
                </c:pt>
                <c:pt idx="202">
                  <c:v>95.742768211970144</c:v>
                </c:pt>
                <c:pt idx="203">
                  <c:v>95.226252055389722</c:v>
                </c:pt>
                <c:pt idx="204">
                  <c:v>96.972069173461776</c:v>
                </c:pt>
                <c:pt idx="205">
                  <c:v>96.519227960042116</c:v>
                </c:pt>
                <c:pt idx="206">
                  <c:v>96.018443260007274</c:v>
                </c:pt>
                <c:pt idx="207">
                  <c:v>96.060393810795532</c:v>
                </c:pt>
                <c:pt idx="208">
                  <c:v>95.930047456560587</c:v>
                </c:pt>
                <c:pt idx="209">
                  <c:v>94.82547447196616</c:v>
                </c:pt>
                <c:pt idx="210">
                  <c:v>92.986766848577247</c:v>
                </c:pt>
                <c:pt idx="211">
                  <c:v>90.533783302931667</c:v>
                </c:pt>
                <c:pt idx="212">
                  <c:v>90.600454714005878</c:v>
                </c:pt>
                <c:pt idx="213">
                  <c:v>90.525543016169692</c:v>
                </c:pt>
                <c:pt idx="214">
                  <c:v>92.481112888183063</c:v>
                </c:pt>
                <c:pt idx="215">
                  <c:v>92.588985733067148</c:v>
                </c:pt>
                <c:pt idx="216">
                  <c:v>92.976279210880179</c:v>
                </c:pt>
                <c:pt idx="217">
                  <c:v>92.914102501676155</c:v>
                </c:pt>
                <c:pt idx="218">
                  <c:v>93.68606754787794</c:v>
                </c:pt>
                <c:pt idx="219">
                  <c:v>94.925856147066654</c:v>
                </c:pt>
                <c:pt idx="220">
                  <c:v>94.402223379191781</c:v>
                </c:pt>
                <c:pt idx="221">
                  <c:v>93.75423719290886</c:v>
                </c:pt>
                <c:pt idx="222">
                  <c:v>93.814541109666976</c:v>
                </c:pt>
                <c:pt idx="223">
                  <c:v>91.988193916421011</c:v>
                </c:pt>
                <c:pt idx="224">
                  <c:v>91.93463205246816</c:v>
                </c:pt>
                <c:pt idx="225">
                  <c:v>93.643367880111313</c:v>
                </c:pt>
                <c:pt idx="226">
                  <c:v>92.291211734168357</c:v>
                </c:pt>
                <c:pt idx="227">
                  <c:v>91.461564680632705</c:v>
                </c:pt>
                <c:pt idx="228">
                  <c:v>90.948794108944071</c:v>
                </c:pt>
                <c:pt idx="229">
                  <c:v>88.417527839059701</c:v>
                </c:pt>
                <c:pt idx="230">
                  <c:v>90.562249748109423</c:v>
                </c:pt>
                <c:pt idx="231">
                  <c:v>91.486285540918658</c:v>
                </c:pt>
                <c:pt idx="232">
                  <c:v>92.969911716564098</c:v>
                </c:pt>
                <c:pt idx="233">
                  <c:v>93.432116892213301</c:v>
                </c:pt>
                <c:pt idx="234">
                  <c:v>93.226484281653001</c:v>
                </c:pt>
                <c:pt idx="235">
                  <c:v>92.021904180447294</c:v>
                </c:pt>
                <c:pt idx="236">
                  <c:v>93.056434727564877</c:v>
                </c:pt>
                <c:pt idx="237">
                  <c:v>91.239826055037625</c:v>
                </c:pt>
                <c:pt idx="238">
                  <c:v>90.049479176420803</c:v>
                </c:pt>
                <c:pt idx="239">
                  <c:v>91.467557616459601</c:v>
                </c:pt>
                <c:pt idx="240">
                  <c:v>91.411748401571643</c:v>
                </c:pt>
                <c:pt idx="241">
                  <c:v>91.005352440810398</c:v>
                </c:pt>
                <c:pt idx="242">
                  <c:v>90.072701802750004</c:v>
                </c:pt>
                <c:pt idx="243">
                  <c:v>89.874934920462508</c:v>
                </c:pt>
                <c:pt idx="244">
                  <c:v>89.854334203557556</c:v>
                </c:pt>
                <c:pt idx="245">
                  <c:v>91.464186590056968</c:v>
                </c:pt>
                <c:pt idx="246">
                  <c:v>93.214123851510038</c:v>
                </c:pt>
                <c:pt idx="247">
                  <c:v>93.343721088766614</c:v>
                </c:pt>
                <c:pt idx="248">
                  <c:v>94.428067914945274</c:v>
                </c:pt>
                <c:pt idx="249">
                  <c:v>94.459905386525634</c:v>
                </c:pt>
                <c:pt idx="250">
                  <c:v>94.230675591146934</c:v>
                </c:pt>
                <c:pt idx="251">
                  <c:v>93.248583232514676</c:v>
                </c:pt>
                <c:pt idx="252">
                  <c:v>93.542237088032493</c:v>
                </c:pt>
                <c:pt idx="253">
                  <c:v>93.520138137170804</c:v>
                </c:pt>
                <c:pt idx="254">
                  <c:v>94.669283581977737</c:v>
                </c:pt>
                <c:pt idx="255">
                  <c:v>94.521707537240488</c:v>
                </c:pt>
                <c:pt idx="256">
                  <c:v>94.390612066027174</c:v>
                </c:pt>
                <c:pt idx="257">
                  <c:v>94.314951251212648</c:v>
                </c:pt>
                <c:pt idx="258">
                  <c:v>95.402294545304727</c:v>
                </c:pt>
                <c:pt idx="259">
                  <c:v>94.219813394960681</c:v>
                </c:pt>
                <c:pt idx="260">
                  <c:v>95.017997535405158</c:v>
                </c:pt>
                <c:pt idx="261">
                  <c:v>94.290230390926695</c:v>
                </c:pt>
                <c:pt idx="262">
                  <c:v>91.914780452541564</c:v>
                </c:pt>
                <c:pt idx="263">
                  <c:v>92.953805701529319</c:v>
                </c:pt>
                <c:pt idx="264">
                  <c:v>93.986838014690193</c:v>
                </c:pt>
                <c:pt idx="265">
                  <c:v>95.016124742959235</c:v>
                </c:pt>
                <c:pt idx="266">
                  <c:v>94.460654503504003</c:v>
                </c:pt>
                <c:pt idx="267">
                  <c:v>94.436308201707249</c:v>
                </c:pt>
                <c:pt idx="268">
                  <c:v>95.102273195470843</c:v>
                </c:pt>
                <c:pt idx="269">
                  <c:v>95.452110824365775</c:v>
                </c:pt>
                <c:pt idx="270">
                  <c:v>96.754825249736882</c:v>
                </c:pt>
                <c:pt idx="271">
                  <c:v>97.049977339211409</c:v>
                </c:pt>
                <c:pt idx="272">
                  <c:v>97.775497132754779</c:v>
                </c:pt>
                <c:pt idx="273">
                  <c:v>98.389398496522233</c:v>
                </c:pt>
                <c:pt idx="274">
                  <c:v>100.06404950164993</c:v>
                </c:pt>
                <c:pt idx="275">
                  <c:v>99.410070379540116</c:v>
                </c:pt>
                <c:pt idx="276">
                  <c:v>99.429547420977528</c:v>
                </c:pt>
                <c:pt idx="277">
                  <c:v>99.080833467550121</c:v>
                </c:pt>
                <c:pt idx="278">
                  <c:v>98.519744850757178</c:v>
                </c:pt>
                <c:pt idx="279">
                  <c:v>98.924268019072528</c:v>
                </c:pt>
                <c:pt idx="280">
                  <c:v>98.199871900996698</c:v>
                </c:pt>
                <c:pt idx="281">
                  <c:v>94.867425022754432</c:v>
                </c:pt>
                <c:pt idx="282">
                  <c:v>94.722845445930616</c:v>
                </c:pt>
                <c:pt idx="283">
                  <c:v>95.816930792827961</c:v>
                </c:pt>
                <c:pt idx="284">
                  <c:v>96.49225974882107</c:v>
                </c:pt>
                <c:pt idx="285">
                  <c:v>96.017319584539734</c:v>
                </c:pt>
                <c:pt idx="286">
                  <c:v>96.276139500563701</c:v>
                </c:pt>
                <c:pt idx="287">
                  <c:v>95.047962214539609</c:v>
                </c:pt>
                <c:pt idx="288">
                  <c:v>96.442068911270852</c:v>
                </c:pt>
                <c:pt idx="289">
                  <c:v>96.397871009547501</c:v>
                </c:pt>
                <c:pt idx="290">
                  <c:v>96.125192429423819</c:v>
                </c:pt>
                <c:pt idx="291">
                  <c:v>97.785610211962648</c:v>
                </c:pt>
                <c:pt idx="292">
                  <c:v>97.847412362677503</c:v>
                </c:pt>
                <c:pt idx="293">
                  <c:v>98.457193583063969</c:v>
                </c:pt>
                <c:pt idx="294">
                  <c:v>98.774819181889356</c:v>
                </c:pt>
                <c:pt idx="295">
                  <c:v>99.000677950865423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1C-8847-8B48-A1E0A35158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444399"/>
        <c:axId val="54443919"/>
      </c:lineChart>
      <c:dateAx>
        <c:axId val="54444399"/>
        <c:scaling>
          <c:orientation val="minMax"/>
        </c:scaling>
        <c:delete val="0"/>
        <c:axPos val="b"/>
        <c:numFmt formatCode="[$-409]mmm&quot;-&quot;yy;@" sourceLinked="0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4443919"/>
        <c:crosses val="autoZero"/>
        <c:auto val="1"/>
        <c:lblOffset val="100"/>
        <c:baseTimeUnit val="days"/>
        <c:majorUnit val="2"/>
        <c:majorTimeUnit val="months"/>
      </c:dateAx>
      <c:valAx>
        <c:axId val="54443919"/>
        <c:scaling>
          <c:orientation val="minMax"/>
          <c:max val="160"/>
          <c:min val="6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4444399"/>
        <c:crosses val="autoZero"/>
        <c:crossBetween val="between"/>
        <c:majorUnit val="20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984246061515377E-2"/>
          <c:y val="3.3941994228913981E-2"/>
          <c:w val="0.87378599754404651"/>
          <c:h val="0.8454789309363108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Sheet2!$T$2:$T$26</c:f>
              <c:numCache>
                <c:formatCode>yyyy</c:formatCode>
                <c:ptCount val="25"/>
                <c:pt idx="0">
                  <c:v>36861</c:v>
                </c:pt>
                <c:pt idx="1">
                  <c:v>37226</c:v>
                </c:pt>
                <c:pt idx="2">
                  <c:v>37591</c:v>
                </c:pt>
                <c:pt idx="3">
                  <c:v>37956</c:v>
                </c:pt>
                <c:pt idx="4">
                  <c:v>38322</c:v>
                </c:pt>
                <c:pt idx="5">
                  <c:v>38687</c:v>
                </c:pt>
                <c:pt idx="6">
                  <c:v>39052</c:v>
                </c:pt>
                <c:pt idx="7">
                  <c:v>39417</c:v>
                </c:pt>
                <c:pt idx="8">
                  <c:v>39783</c:v>
                </c:pt>
                <c:pt idx="9">
                  <c:v>40148</c:v>
                </c:pt>
                <c:pt idx="10">
                  <c:v>40513</c:v>
                </c:pt>
                <c:pt idx="11">
                  <c:v>40878</c:v>
                </c:pt>
                <c:pt idx="12">
                  <c:v>41244</c:v>
                </c:pt>
                <c:pt idx="13">
                  <c:v>41609</c:v>
                </c:pt>
                <c:pt idx="14">
                  <c:v>41974</c:v>
                </c:pt>
                <c:pt idx="15">
                  <c:v>42339</c:v>
                </c:pt>
                <c:pt idx="16">
                  <c:v>42705</c:v>
                </c:pt>
                <c:pt idx="17">
                  <c:v>43070</c:v>
                </c:pt>
                <c:pt idx="18">
                  <c:v>43435</c:v>
                </c:pt>
                <c:pt idx="19">
                  <c:v>43800</c:v>
                </c:pt>
                <c:pt idx="20">
                  <c:v>44166</c:v>
                </c:pt>
                <c:pt idx="21">
                  <c:v>44531</c:v>
                </c:pt>
                <c:pt idx="22">
                  <c:v>44896</c:v>
                </c:pt>
                <c:pt idx="23">
                  <c:v>45261</c:v>
                </c:pt>
                <c:pt idx="24">
                  <c:v>45627</c:v>
                </c:pt>
              </c:numCache>
            </c:numRef>
          </c:cat>
          <c:val>
            <c:numRef>
              <c:f>Sheet2!$U$2:$U$26</c:f>
              <c:numCache>
                <c:formatCode>0.0</c:formatCode>
                <c:ptCount val="25"/>
                <c:pt idx="0">
                  <c:v>1.6533</c:v>
                </c:pt>
                <c:pt idx="1">
                  <c:v>2.7320000000000002</c:v>
                </c:pt>
                <c:pt idx="2">
                  <c:v>3.4079999999999999</c:v>
                </c:pt>
                <c:pt idx="3">
                  <c:v>4.4840999999999998</c:v>
                </c:pt>
                <c:pt idx="4">
                  <c:v>11.1965</c:v>
                </c:pt>
                <c:pt idx="5">
                  <c:v>14.261799999999999</c:v>
                </c:pt>
                <c:pt idx="6">
                  <c:v>16.543900000000001</c:v>
                </c:pt>
                <c:pt idx="7">
                  <c:v>17.0138</c:v>
                </c:pt>
                <c:pt idx="8">
                  <c:v>23.203600000000002</c:v>
                </c:pt>
                <c:pt idx="9">
                  <c:v>25.446300000000001</c:v>
                </c:pt>
                <c:pt idx="10">
                  <c:v>27.9785</c:v>
                </c:pt>
                <c:pt idx="11">
                  <c:v>32.9861</c:v>
                </c:pt>
                <c:pt idx="12">
                  <c:v>38.241999999999997</c:v>
                </c:pt>
                <c:pt idx="13">
                  <c:v>39.017299999999999</c:v>
                </c:pt>
                <c:pt idx="14">
                  <c:v>49.7622</c:v>
                </c:pt>
                <c:pt idx="15">
                  <c:v>49.799100000000003</c:v>
                </c:pt>
                <c:pt idx="16">
                  <c:v>51.060600000000001</c:v>
                </c:pt>
                <c:pt idx="17">
                  <c:v>53.999299999999998</c:v>
                </c:pt>
                <c:pt idx="18">
                  <c:v>55.957999999999998</c:v>
                </c:pt>
                <c:pt idx="19">
                  <c:v>57.939100000000003</c:v>
                </c:pt>
                <c:pt idx="20">
                  <c:v>50.082000000000001</c:v>
                </c:pt>
                <c:pt idx="21">
                  <c:v>71.863200000000006</c:v>
                </c:pt>
                <c:pt idx="22">
                  <c:v>83.942300000000003</c:v>
                </c:pt>
                <c:pt idx="23">
                  <c:v>94.134299999999996</c:v>
                </c:pt>
                <c:pt idx="24">
                  <c:v>101.45359999999999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0F-1344-87DA-8EBECE30F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880016"/>
        <c:axId val="75881936"/>
      </c:barChart>
      <c:dateAx>
        <c:axId val="75880016"/>
        <c:scaling>
          <c:orientation val="minMax"/>
        </c:scaling>
        <c:delete val="0"/>
        <c:axPos val="b"/>
        <c:numFmt formatCode="yyyy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75881936"/>
        <c:crosses val="autoZero"/>
        <c:auto val="1"/>
        <c:lblOffset val="100"/>
        <c:baseTimeUnit val="years"/>
        <c:majorUnit val="3"/>
        <c:majorTimeUnit val="years"/>
      </c:dateAx>
      <c:valAx>
        <c:axId val="75881936"/>
        <c:scaling>
          <c:orientation val="minMax"/>
          <c:max val="120"/>
          <c:min val="0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75880016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443478260869565"/>
          <c:y val="0.10142286831465507"/>
          <c:w val="0.82498550724637676"/>
          <c:h val="0.791210980050418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Sheet2!$G$24:$G$29</c:f>
              <c:numCache>
                <c:formatCode>0_);[Red]\(0\)</c:formatCod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</c:numCache>
            </c:numRef>
          </c:cat>
          <c:val>
            <c:numRef>
              <c:f>Sheet2!$H$24:$H$29</c:f>
              <c:numCache>
                <c:formatCode>#,##0_);[Red]\(#,##0\)</c:formatCode>
                <c:ptCount val="6"/>
                <c:pt idx="0">
                  <c:v>270.89999999999998</c:v>
                </c:pt>
                <c:pt idx="1">
                  <c:v>298.85687999999999</c:v>
                </c:pt>
                <c:pt idx="2">
                  <c:v>329.69891001599996</c:v>
                </c:pt>
                <c:pt idx="3">
                  <c:v>363.72383752965112</c:v>
                </c:pt>
                <c:pt idx="4">
                  <c:v>401.26013756271112</c:v>
                </c:pt>
                <c:pt idx="5">
                  <c:v>442.7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2-A847-92E3-ACBD524B08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9248784"/>
        <c:axId val="1949249264"/>
      </c:barChart>
      <c:catAx>
        <c:axId val="1949248784"/>
        <c:scaling>
          <c:orientation val="minMax"/>
        </c:scaling>
        <c:delete val="0"/>
        <c:axPos val="b"/>
        <c:numFmt formatCode="0_);[Red]\(0\)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949249264"/>
        <c:crosses val="autoZero"/>
        <c:auto val="1"/>
        <c:lblAlgn val="ctr"/>
        <c:lblOffset val="100"/>
        <c:noMultiLvlLbl val="0"/>
      </c:catAx>
      <c:valAx>
        <c:axId val="1949249264"/>
        <c:scaling>
          <c:orientation val="minMax"/>
          <c:min val="200"/>
        </c:scaling>
        <c:delete val="0"/>
        <c:axPos val="l"/>
        <c:numFmt formatCode="#,##0_);[Red]\(#,##0\)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94924878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84078516902945"/>
          <c:y val="0.18538561780404061"/>
          <c:w val="0.85315132364179669"/>
          <c:h val="0.7044780018052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Sheet2!$B$2:$B$8</c:f>
            </c:numRef>
          </c:val>
          <c:extLst>
            <c:ext xmlns:c16="http://schemas.microsoft.com/office/drawing/2014/chart" uri="{C3380CC4-5D6E-409C-BE32-E72D297353CC}">
              <c16:uniqueId val="{00000000-8869-944A-A1E8-660F1F7C3CC0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피부과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Sheet2!$C$2:$C$8</c:f>
            </c:numRef>
          </c:val>
          <c:extLst>
            <c:ext xmlns:c16="http://schemas.microsoft.com/office/drawing/2014/chart" uri="{C3380CC4-5D6E-409C-BE32-E72D297353CC}">
              <c16:uniqueId val="{00000001-8869-944A-A1E8-660F1F7C3CC0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성형외과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Sheet2!$D$2:$D$8</c:f>
            </c:numRef>
          </c:val>
          <c:extLst>
            <c:ext xmlns:c16="http://schemas.microsoft.com/office/drawing/2014/chart" uri="{C3380CC4-5D6E-409C-BE32-E72D297353CC}">
              <c16:uniqueId val="{00000002-8869-944A-A1E8-660F1F7C3CC0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대학/종합병원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Sheet2!$E$2:$E$8</c:f>
            </c:numRef>
          </c:val>
          <c:extLst>
            <c:ext xmlns:c16="http://schemas.microsoft.com/office/drawing/2014/chart" uri="{C3380CC4-5D6E-409C-BE32-E72D297353CC}">
              <c16:uniqueId val="{00000003-8869-944A-A1E8-660F1F7C3CC0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Sheet2!$F$2:$F$8</c:f>
            </c:numRef>
          </c:val>
          <c:extLst>
            <c:ext xmlns:c16="http://schemas.microsoft.com/office/drawing/2014/chart" uri="{C3380CC4-5D6E-409C-BE32-E72D297353CC}">
              <c16:uniqueId val="{00000004-8869-944A-A1E8-660F1F7C3CC0}"/>
            </c:ext>
          </c:extLst>
        </c:ser>
        <c:ser>
          <c:idx val="5"/>
          <c:order val="5"/>
          <c:tx>
            <c:strRef>
              <c:f>Sheet2!$G$1</c:f>
              <c:strCache>
                <c:ptCount val="1"/>
                <c:pt idx="0">
                  <c:v>피부과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Sheet2!$G$2:$G$8</c:f>
              <c:numCache>
                <c:formatCode>#,##0_);\(#,##0\)</c:formatCode>
                <c:ptCount val="7"/>
                <c:pt idx="0">
                  <c:v>53.396897562545803</c:v>
                </c:pt>
                <c:pt idx="1">
                  <c:v>59.649592665019995</c:v>
                </c:pt>
                <c:pt idx="2">
                  <c:v>13.314502647182199</c:v>
                </c:pt>
                <c:pt idx="3">
                  <c:v>10.170789282682602</c:v>
                </c:pt>
                <c:pt idx="4">
                  <c:v>29.658861300475198</c:v>
                </c:pt>
                <c:pt idx="5">
                  <c:v>127.2395374754972</c:v>
                </c:pt>
                <c:pt idx="6">
                  <c:v>604.22408767617458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69-944A-A1E8-660F1F7C3CC0}"/>
            </c:ext>
          </c:extLst>
        </c:ser>
        <c:ser>
          <c:idx val="6"/>
          <c:order val="6"/>
          <c:tx>
            <c:strRef>
              <c:f>Sheet2!$H$1</c:f>
              <c:strCache>
                <c:ptCount val="1"/>
                <c:pt idx="0">
                  <c:v>성형외과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Sheet2!$H$2:$H$8</c:f>
              <c:numCache>
                <c:formatCode>#,##0_);\(#,##0\)</c:formatCode>
                <c:ptCount val="7"/>
                <c:pt idx="0">
                  <c:v>127.08673372288659</c:v>
                </c:pt>
                <c:pt idx="1">
                  <c:v>152.80101134738001</c:v>
                </c:pt>
                <c:pt idx="2">
                  <c:v>31.746678153399099</c:v>
                </c:pt>
                <c:pt idx="3">
                  <c:v>16.9821010610966</c:v>
                </c:pt>
                <c:pt idx="4">
                  <c:v>97.933776502207792</c:v>
                </c:pt>
                <c:pt idx="5">
                  <c:v>252.35645060015202</c:v>
                </c:pt>
                <c:pt idx="6">
                  <c:v>357.40905989163053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869-944A-A1E8-660F1F7C3CC0}"/>
            </c:ext>
          </c:extLst>
        </c:ser>
        <c:ser>
          <c:idx val="7"/>
          <c:order val="7"/>
          <c:tx>
            <c:strRef>
              <c:f>Sheet2!$I$1</c:f>
              <c:strCache>
                <c:ptCount val="1"/>
                <c:pt idx="0">
                  <c:v>대학/종합병원</c:v>
                </c:pt>
              </c:strCache>
            </c:strRef>
          </c:tx>
          <c:spPr>
            <a:solidFill>
              <a:srgbClr val="2F5597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Sheet2!$I$2:$I$8</c:f>
              <c:numCache>
                <c:formatCode>#,##0_);\(#,##0\)</c:formatCode>
                <c:ptCount val="7"/>
                <c:pt idx="0">
                  <c:v>115.581519839615</c:v>
                </c:pt>
                <c:pt idx="1">
                  <c:v>129.18630959369401</c:v>
                </c:pt>
                <c:pt idx="2">
                  <c:v>50.720557193441401</c:v>
                </c:pt>
                <c:pt idx="3">
                  <c:v>52.643358829776005</c:v>
                </c:pt>
                <c:pt idx="4">
                  <c:v>75.608447512342806</c:v>
                </c:pt>
                <c:pt idx="5">
                  <c:v>101.414274540248</c:v>
                </c:pt>
                <c:pt idx="6">
                  <c:v>114.32611418044149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869-944A-A1E8-660F1F7C3CC0}"/>
            </c:ext>
          </c:extLst>
        </c:ser>
        <c:ser>
          <c:idx val="8"/>
          <c:order val="8"/>
          <c:tx>
            <c:strRef>
              <c:f>Sheet2!$J$1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8FAADC"/>
            </a:solidFill>
            <a:ln>
              <a:noFill/>
            </a:ln>
            <a:effectLst/>
          </c:spPr>
          <c:invertIfNegative val="0"/>
          <c:cat>
            <c:numRef>
              <c:f>Sheet2!$A$2:$A$8</c:f>
              <c:numCache>
                <c:formatCode>General</c:formatCode>
                <c:ptCount val="7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</c:numCache>
            </c:numRef>
          </c:cat>
          <c:val>
            <c:numRef>
              <c:f>Sheet2!$J$2:$J$8</c:f>
              <c:numCache>
                <c:formatCode>#,##0_);\(#,##0\)</c:formatCode>
                <c:ptCount val="7"/>
                <c:pt idx="0">
                  <c:v>56.855520140952599</c:v>
                </c:pt>
                <c:pt idx="1">
                  <c:v>66.921940263905981</c:v>
                </c:pt>
                <c:pt idx="2">
                  <c:v>46.771823538977301</c:v>
                </c:pt>
                <c:pt idx="3">
                  <c:v>35.649713172444798</c:v>
                </c:pt>
                <c:pt idx="4">
                  <c:v>67.408963046974179</c:v>
                </c:pt>
                <c:pt idx="5">
                  <c:v>108.60761261810283</c:v>
                </c:pt>
                <c:pt idx="6">
                  <c:v>168.06809603675356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69-944A-A1E8-660F1F7C3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3135376"/>
        <c:axId val="183133936"/>
      </c:barChart>
      <c:catAx>
        <c:axId val="18313537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83133936"/>
        <c:crosses val="autoZero"/>
        <c:auto val="1"/>
        <c:lblAlgn val="ctr"/>
        <c:lblOffset val="100"/>
        <c:noMultiLvlLbl val="0"/>
      </c:catAx>
      <c:valAx>
        <c:axId val="183133936"/>
        <c:scaling>
          <c:orientation val="minMax"/>
          <c:max val="1500"/>
        </c:scaling>
        <c:delete val="0"/>
        <c:axPos val="l"/>
        <c:numFmt formatCode="#,##0_);\(#,##0\)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83135376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5176597222222221"/>
          <c:y val="0.1097472222222222"/>
          <c:w val="0.7783769302724316"/>
          <c:h val="0.111666487689775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677824267782413E-2"/>
          <c:y val="0.1457969620313298"/>
          <c:w val="0.84979079497907939"/>
          <c:h val="0.7415333547107516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Sheet2!$I$11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Sheet2!$G$12:$G$21</c:f>
              <c:numCache>
                <c:formatCode>yyyy</c:formatCode>
                <c:ptCount val="10"/>
                <c:pt idx="0">
                  <c:v>42339</c:v>
                </c:pt>
                <c:pt idx="1">
                  <c:v>42705</c:v>
                </c:pt>
                <c:pt idx="2">
                  <c:v>43070</c:v>
                </c:pt>
                <c:pt idx="3">
                  <c:v>43435</c:v>
                </c:pt>
                <c:pt idx="4">
                  <c:v>43800</c:v>
                </c:pt>
                <c:pt idx="5">
                  <c:v>44166</c:v>
                </c:pt>
                <c:pt idx="6">
                  <c:v>44531</c:v>
                </c:pt>
                <c:pt idx="7">
                  <c:v>44896</c:v>
                </c:pt>
                <c:pt idx="8">
                  <c:v>45261</c:v>
                </c:pt>
                <c:pt idx="9">
                  <c:v>45627</c:v>
                </c:pt>
              </c:numCache>
            </c:numRef>
          </c:cat>
          <c:val>
            <c:numRef>
              <c:f>Sheet2!$I$12:$I$21</c:f>
              <c:numCache>
                <c:formatCode>#,##0.0_ </c:formatCode>
                <c:ptCount val="10"/>
                <c:pt idx="0">
                  <c:v>5.9841699999999998</c:v>
                </c:pt>
                <c:pt idx="1">
                  <c:v>8.0677219999999998</c:v>
                </c:pt>
                <c:pt idx="2">
                  <c:v>4.1693530000000001</c:v>
                </c:pt>
                <c:pt idx="3">
                  <c:v>4.7895120000000002</c:v>
                </c:pt>
                <c:pt idx="4">
                  <c:v>6.023021</c:v>
                </c:pt>
                <c:pt idx="5">
                  <c:v>0.68642999999999998</c:v>
                </c:pt>
                <c:pt idx="6">
                  <c:v>0.17021500000000001</c:v>
                </c:pt>
                <c:pt idx="7">
                  <c:v>0.227358</c:v>
                </c:pt>
                <c:pt idx="8">
                  <c:v>2.0194239999999999</c:v>
                </c:pt>
                <c:pt idx="9">
                  <c:v>4.6032729999999997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B4-5F4C-972B-46AB8B673D8B}"/>
            </c:ext>
          </c:extLst>
        </c:ser>
        <c:ser>
          <c:idx val="1"/>
          <c:order val="1"/>
          <c:tx>
            <c:strRef>
              <c:f>Sheet2!$J$11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rgbClr val="8FAADC"/>
            </a:solidFill>
            <a:ln>
              <a:noFill/>
            </a:ln>
            <a:effectLst/>
          </c:spPr>
          <c:invertIfNegative val="0"/>
          <c:cat>
            <c:numRef>
              <c:f>Sheet2!$G$12:$G$21</c:f>
              <c:numCache>
                <c:formatCode>yyyy</c:formatCode>
                <c:ptCount val="10"/>
                <c:pt idx="0">
                  <c:v>42339</c:v>
                </c:pt>
                <c:pt idx="1">
                  <c:v>42705</c:v>
                </c:pt>
                <c:pt idx="2">
                  <c:v>43070</c:v>
                </c:pt>
                <c:pt idx="3">
                  <c:v>43435</c:v>
                </c:pt>
                <c:pt idx="4">
                  <c:v>43800</c:v>
                </c:pt>
                <c:pt idx="5">
                  <c:v>44166</c:v>
                </c:pt>
                <c:pt idx="6">
                  <c:v>44531</c:v>
                </c:pt>
                <c:pt idx="7">
                  <c:v>44896</c:v>
                </c:pt>
                <c:pt idx="8">
                  <c:v>45261</c:v>
                </c:pt>
                <c:pt idx="9">
                  <c:v>45627</c:v>
                </c:pt>
              </c:numCache>
            </c:numRef>
          </c:cat>
          <c:val>
            <c:numRef>
              <c:f>Sheet2!$J$12:$J$21</c:f>
              <c:numCache>
                <c:formatCode>General</c:formatCode>
                <c:ptCount val="10"/>
                <c:pt idx="0">
                  <c:v>1.8</c:v>
                </c:pt>
                <c:pt idx="1">
                  <c:v>2.2000000000000002</c:v>
                </c:pt>
                <c:pt idx="2">
                  <c:v>2.2999999999999998</c:v>
                </c:pt>
                <c:pt idx="3">
                  <c:v>2.9</c:v>
                </c:pt>
                <c:pt idx="4">
                  <c:v>3.2</c:v>
                </c:pt>
                <c:pt idx="5">
                  <c:v>0.4</c:v>
                </c:pt>
                <c:pt idx="6">
                  <c:v>0.01</c:v>
                </c:pt>
                <c:pt idx="7">
                  <c:v>0.3</c:v>
                </c:pt>
                <c:pt idx="8">
                  <c:v>2.2999999999999998</c:v>
                </c:pt>
                <c:pt idx="9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B4-5F4C-972B-46AB8B673D8B}"/>
            </c:ext>
          </c:extLst>
        </c:ser>
        <c:ser>
          <c:idx val="2"/>
          <c:order val="2"/>
          <c:tx>
            <c:strRef>
              <c:f>Sheet2!$K$11</c:f>
              <c:strCache>
                <c:ptCount val="1"/>
                <c:pt idx="0">
                  <c:v>중국, 일본 외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Sheet2!$G$12:$G$21</c:f>
              <c:numCache>
                <c:formatCode>yyyy</c:formatCode>
                <c:ptCount val="10"/>
                <c:pt idx="0">
                  <c:v>42339</c:v>
                </c:pt>
                <c:pt idx="1">
                  <c:v>42705</c:v>
                </c:pt>
                <c:pt idx="2">
                  <c:v>43070</c:v>
                </c:pt>
                <c:pt idx="3">
                  <c:v>43435</c:v>
                </c:pt>
                <c:pt idx="4">
                  <c:v>43800</c:v>
                </c:pt>
                <c:pt idx="5">
                  <c:v>44166</c:v>
                </c:pt>
                <c:pt idx="6">
                  <c:v>44531</c:v>
                </c:pt>
                <c:pt idx="7">
                  <c:v>44896</c:v>
                </c:pt>
                <c:pt idx="8">
                  <c:v>45261</c:v>
                </c:pt>
                <c:pt idx="9">
                  <c:v>45627</c:v>
                </c:pt>
              </c:numCache>
            </c:numRef>
          </c:cat>
          <c:val>
            <c:numRef>
              <c:f>Sheet2!$K$12:$K$21</c:f>
              <c:numCache>
                <c:formatCode>#,##0.0_);\(#,##0.0\)</c:formatCode>
                <c:ptCount val="10"/>
                <c:pt idx="0">
                  <c:v>5.4474809999999998</c:v>
                </c:pt>
                <c:pt idx="1">
                  <c:v>6.974101000000001</c:v>
                </c:pt>
                <c:pt idx="2">
                  <c:v>6.8664050000000003</c:v>
                </c:pt>
                <c:pt idx="3">
                  <c:v>7.6573669999999989</c:v>
                </c:pt>
                <c:pt idx="4">
                  <c:v>8.2797350000000023</c:v>
                </c:pt>
                <c:pt idx="5">
                  <c:v>1.4326880000000002</c:v>
                </c:pt>
                <c:pt idx="6">
                  <c:v>0.78678799999999993</c:v>
                </c:pt>
                <c:pt idx="7">
                  <c:v>2.6706590000000001</c:v>
                </c:pt>
                <c:pt idx="8">
                  <c:v>6.7122410000000006</c:v>
                </c:pt>
                <c:pt idx="9">
                  <c:v>8.566355999999999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B4-5F4C-972B-46AB8B673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482848"/>
        <c:axId val="96474688"/>
      </c:barChart>
      <c:dateAx>
        <c:axId val="96482848"/>
        <c:scaling>
          <c:orientation val="minMax"/>
        </c:scaling>
        <c:delete val="0"/>
        <c:axPos val="b"/>
        <c:numFmt formatCode="yyyy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96474688"/>
        <c:crosses val="autoZero"/>
        <c:auto val="1"/>
        <c:lblOffset val="100"/>
        <c:baseTimeUnit val="years"/>
        <c:majorUnit val="2"/>
        <c:majorTimeUnit val="years"/>
      </c:dateAx>
      <c:valAx>
        <c:axId val="96474688"/>
        <c:scaling>
          <c:orientation val="minMax"/>
        </c:scaling>
        <c:delete val="0"/>
        <c:axPos val="l"/>
        <c:numFmt formatCode="#,##0_ 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96482848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131701388888889"/>
          <c:y val="0.11087301587301587"/>
          <c:w val="0.47736597222222221"/>
          <c:h val="8.4022222222222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565846100877949E-2"/>
          <c:y val="0.16412540981853405"/>
          <c:w val="0.90800482010673089"/>
          <c:h val="0.702541256848132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Sheet2!$H$44</c:f>
              <c:strCache>
                <c:ptCount val="1"/>
                <c:pt idx="0">
                  <c:v>침습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Sheet2!$G$45:$G$53</c:f>
              <c:numCache>
                <c:formatCode>General</c:formatCod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numCache>
            </c:numRef>
          </c:cat>
          <c:val>
            <c:numRef>
              <c:f>Sheet2!$H$45:$H$53</c:f>
              <c:numCache>
                <c:formatCode>#,##0.0_ </c:formatCode>
                <c:ptCount val="9"/>
                <c:pt idx="0">
                  <c:v>9.4228100000000001</c:v>
                </c:pt>
                <c:pt idx="1">
                  <c:v>10.41737</c:v>
                </c:pt>
                <c:pt idx="2">
                  <c:v>10.766848</c:v>
                </c:pt>
                <c:pt idx="3">
                  <c:v>10.607227</c:v>
                </c:pt>
                <c:pt idx="4">
                  <c:v>11.363569</c:v>
                </c:pt>
                <c:pt idx="5">
                  <c:v>10.129528000000001</c:v>
                </c:pt>
                <c:pt idx="6">
                  <c:v>12.840688</c:v>
                </c:pt>
                <c:pt idx="7">
                  <c:v>14.986981999999999</c:v>
                </c:pt>
                <c:pt idx="8">
                  <c:v>15.813352999999999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0F-FE4C-A251-883B510BA311}"/>
            </c:ext>
          </c:extLst>
        </c:ser>
        <c:ser>
          <c:idx val="1"/>
          <c:order val="1"/>
          <c:tx>
            <c:strRef>
              <c:f>Sheet2!$I$44</c:f>
              <c:strCache>
                <c:ptCount val="1"/>
                <c:pt idx="0">
                  <c:v>비침습/최소침습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Sheet2!$G$45:$G$53</c:f>
              <c:numCache>
                <c:formatCode>General</c:formatCod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numCache>
            </c:numRef>
          </c:cat>
          <c:val>
            <c:numRef>
              <c:f>Sheet2!$I$45:$I$53</c:f>
              <c:numCache>
                <c:formatCode>#,##0.0_ </c:formatCode>
                <c:ptCount val="9"/>
                <c:pt idx="0">
                  <c:v>10.699538</c:v>
                </c:pt>
                <c:pt idx="1">
                  <c:v>13.209538999999999</c:v>
                </c:pt>
                <c:pt idx="2">
                  <c:v>12.623694</c:v>
                </c:pt>
                <c:pt idx="3">
                  <c:v>12.659146</c:v>
                </c:pt>
                <c:pt idx="4">
                  <c:v>13.618734999999999</c:v>
                </c:pt>
                <c:pt idx="5">
                  <c:v>13.521371</c:v>
                </c:pt>
                <c:pt idx="6">
                  <c:v>17.598887999999999</c:v>
                </c:pt>
                <c:pt idx="7">
                  <c:v>18.857310999999999</c:v>
                </c:pt>
                <c:pt idx="8">
                  <c:v>19.182141000000001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0F-FE4C-A251-883B510BA3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4173808"/>
        <c:axId val="2084175248"/>
      </c:barChart>
      <c:catAx>
        <c:axId val="208417380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84175248"/>
        <c:crosses val="autoZero"/>
        <c:auto val="1"/>
        <c:lblAlgn val="ctr"/>
        <c:lblOffset val="100"/>
        <c:noMultiLvlLbl val="0"/>
      </c:catAx>
      <c:valAx>
        <c:axId val="2084175248"/>
        <c:scaling>
          <c:orientation val="minMax"/>
          <c:max val="20"/>
        </c:scaling>
        <c:delete val="0"/>
        <c:axPos val="l"/>
        <c:numFmt formatCode="#,##0_ 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84173808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335324074074077"/>
          <c:y val="0.12407190308714341"/>
          <c:w val="0.27329328703703704"/>
          <c:h val="6.89514133124918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9467592592591E-2"/>
          <c:y val="0.15840855803048065"/>
          <c:w val="0.88562248995983939"/>
          <c:h val="0.707209295467280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Sheet2!$G$70</c:f>
              <c:strCache>
                <c:ptCount val="1"/>
                <c:pt idx="0">
                  <c:v>장비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Sheet2!$H$69:$O$69</c:f>
              <c:numCache>
                <c:formatCode>yyyy</c:formatCode>
                <c:ptCount val="8"/>
                <c:pt idx="0">
                  <c:v>43070</c:v>
                </c:pt>
                <c:pt idx="1">
                  <c:v>43435</c:v>
                </c:pt>
                <c:pt idx="2">
                  <c:v>43800</c:v>
                </c:pt>
                <c:pt idx="3">
                  <c:v>44166</c:v>
                </c:pt>
                <c:pt idx="4">
                  <c:v>44531</c:v>
                </c:pt>
                <c:pt idx="5">
                  <c:v>44896</c:v>
                </c:pt>
                <c:pt idx="6">
                  <c:v>45261</c:v>
                </c:pt>
                <c:pt idx="7">
                  <c:v>45627</c:v>
                </c:pt>
              </c:numCache>
            </c:numRef>
          </c:cat>
          <c:val>
            <c:numRef>
              <c:f>Sheet2!$H$70:$O$70</c:f>
              <c:numCache>
                <c:formatCode>General</c:formatCode>
                <c:ptCount val="8"/>
                <c:pt idx="0">
                  <c:v>20</c:v>
                </c:pt>
                <c:pt idx="1">
                  <c:v>25</c:v>
                </c:pt>
                <c:pt idx="2">
                  <c:v>37</c:v>
                </c:pt>
                <c:pt idx="3">
                  <c:v>33</c:v>
                </c:pt>
                <c:pt idx="4">
                  <c:v>46</c:v>
                </c:pt>
                <c:pt idx="5">
                  <c:v>74</c:v>
                </c:pt>
                <c:pt idx="6">
                  <c:v>90</c:v>
                </c:pt>
                <c:pt idx="7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8-E740-A804-4DAEBAFFF933}"/>
            </c:ext>
          </c:extLst>
        </c:ser>
        <c:ser>
          <c:idx val="1"/>
          <c:order val="1"/>
          <c:tx>
            <c:strRef>
              <c:f>Sheet2!$G$71</c:f>
              <c:strCache>
                <c:ptCount val="1"/>
                <c:pt idx="0">
                  <c:v>소모품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Sheet2!$H$69:$O$69</c:f>
              <c:numCache>
                <c:formatCode>yyyy</c:formatCode>
                <c:ptCount val="8"/>
                <c:pt idx="0">
                  <c:v>43070</c:v>
                </c:pt>
                <c:pt idx="1">
                  <c:v>43435</c:v>
                </c:pt>
                <c:pt idx="2">
                  <c:v>43800</c:v>
                </c:pt>
                <c:pt idx="3">
                  <c:v>44166</c:v>
                </c:pt>
                <c:pt idx="4">
                  <c:v>44531</c:v>
                </c:pt>
                <c:pt idx="5">
                  <c:v>44896</c:v>
                </c:pt>
                <c:pt idx="6">
                  <c:v>45261</c:v>
                </c:pt>
                <c:pt idx="7">
                  <c:v>45627</c:v>
                </c:pt>
              </c:numCache>
            </c:numRef>
          </c:cat>
          <c:val>
            <c:numRef>
              <c:f>Sheet2!$H$71:$O$71</c:f>
              <c:numCache>
                <c:formatCode>General</c:formatCode>
                <c:ptCount val="8"/>
                <c:pt idx="0">
                  <c:v>9</c:v>
                </c:pt>
                <c:pt idx="1">
                  <c:v>15</c:v>
                </c:pt>
                <c:pt idx="2">
                  <c:v>35</c:v>
                </c:pt>
                <c:pt idx="3">
                  <c:v>37</c:v>
                </c:pt>
                <c:pt idx="4">
                  <c:v>45</c:v>
                </c:pt>
                <c:pt idx="5">
                  <c:v>55</c:v>
                </c:pt>
                <c:pt idx="6">
                  <c:v>81</c:v>
                </c:pt>
                <c:pt idx="7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C8-E740-A804-4DAEBAFFF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594176"/>
        <c:axId val="574586496"/>
      </c:barChart>
      <c:dateAx>
        <c:axId val="574594176"/>
        <c:scaling>
          <c:orientation val="minMax"/>
        </c:scaling>
        <c:delete val="0"/>
        <c:axPos val="b"/>
        <c:numFmt formatCode="yyyy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586496"/>
        <c:crosses val="autoZero"/>
        <c:auto val="1"/>
        <c:lblOffset val="100"/>
        <c:baseTimeUnit val="years"/>
        <c:majorUnit val="2"/>
        <c:majorTimeUnit val="years"/>
      </c:dateAx>
      <c:valAx>
        <c:axId val="574586496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594176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2453726851851847"/>
          <c:y val="0.11993617298423863"/>
          <c:w val="0.15092523148148149"/>
          <c:h val="6.26462159697798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501052054337264"/>
          <c:y val="0.17116998143201831"/>
          <c:w val="0.47483891349311835"/>
          <c:h val="0.79099899713040267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B4-E547-9639-FDB0D570E66B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B4-E547-9639-FDB0D570E66B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B4-E547-9639-FDB0D570E66B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1B4-E547-9639-FDB0D570E66B}"/>
              </c:ext>
            </c:extLst>
          </c:dPt>
          <c:dPt>
            <c:idx val="4"/>
            <c:bubble3D val="0"/>
            <c:spPr>
              <a:solidFill>
                <a:srgbClr val="B4C7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1B4-E547-9639-FDB0D570E66B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1B4-E547-9639-FDB0D570E6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Sheet1!$A$6:$A$10</c:f>
              <c:strCache>
                <c:ptCount val="5"/>
                <c:pt idx="0">
                  <c:v>클래시스</c:v>
                </c:pt>
                <c:pt idx="1">
                  <c:v>소모품</c:v>
                </c:pt>
                <c:pt idx="2">
                  <c:v>클루덤</c:v>
                </c:pt>
                <c:pt idx="3">
                  <c:v>구 이루다 품목 </c:v>
                </c:pt>
                <c:pt idx="4">
                  <c:v>스케덤/슈링크RX </c:v>
                </c:pt>
              </c:strCache>
            </c:strRef>
          </c:cat>
          <c:val>
            <c:numRef>
              <c:f>Sheet1!$B$6:$B$10</c:f>
              <c:numCache>
                <c:formatCode>0%</c:formatCode>
                <c:ptCount val="5"/>
                <c:pt idx="0">
                  <c:v>0.45689999999999997</c:v>
                </c:pt>
                <c:pt idx="1">
                  <c:v>0.45219999999999999</c:v>
                </c:pt>
                <c:pt idx="2">
                  <c:v>2.01E-2</c:v>
                </c:pt>
                <c:pt idx="3">
                  <c:v>4.8099999999999997E-2</c:v>
                </c:pt>
                <c:pt idx="4">
                  <c:v>1.8499999999999999E-2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1B4-E547-9639-FDB0D570E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92452079853657"/>
          <c:y val="0.19704653063342367"/>
          <c:w val="0.44469001033961664"/>
          <c:h val="0.69626587450868471"/>
        </c:manualLayout>
      </c:layout>
      <c:pieChart>
        <c:varyColors val="1"/>
        <c:ser>
          <c:idx val="0"/>
          <c:order val="0"/>
          <c:explosion val="1"/>
          <c:dPt>
            <c:idx val="0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41-4A83-B915-0D328905FBF1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41-4A83-B915-0D328905FBF1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41-4A83-B915-0D328905FBF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2C41-4A83-B915-0D328905FB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Sheet1!$A$15:$A$17</c:f>
              <c:strCache>
                <c:ptCount val="3"/>
                <c:pt idx="0">
                  <c:v>클래시스</c:v>
                </c:pt>
                <c:pt idx="1">
                  <c:v>소모품</c:v>
                </c:pt>
                <c:pt idx="2">
                  <c:v>기타</c:v>
                </c:pt>
              </c:strCache>
            </c:strRef>
          </c:cat>
          <c:val>
            <c:numRef>
              <c:f>Sheet1!$B$15:$B$17</c:f>
              <c:numCache>
                <c:formatCode>0%</c:formatCode>
                <c:ptCount val="3"/>
                <c:pt idx="0">
                  <c:v>0.45689999999999997</c:v>
                </c:pt>
                <c:pt idx="1">
                  <c:v>0.45219999999999999</c:v>
                </c:pt>
                <c:pt idx="2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41-4A83-B915-0D328905FB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174351851851854"/>
          <c:y val="9.3243693168780575E-2"/>
          <c:w val="0.29651296296296298"/>
          <c:h val="6.89514133124918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ysClr val="windowText" lastClr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11060948081265"/>
          <c:y val="0.14265538556157728"/>
          <c:w val="0.83081264108352149"/>
          <c:h val="0.70399642857142852"/>
        </c:manualLayout>
      </c:layout>
      <c:lineChart>
        <c:grouping val="standard"/>
        <c:varyColors val="0"/>
        <c:ser>
          <c:idx val="0"/>
          <c:order val="0"/>
          <c:tx>
            <c:strRef>
              <c:f>Sheet1!$L$76</c:f>
              <c:strCache>
                <c:ptCount val="1"/>
                <c:pt idx="0">
                  <c:v>OPM</c:v>
                </c:pt>
              </c:strCache>
            </c:strRef>
          </c:tx>
          <c:spPr>
            <a:ln w="2222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Sheet1!$K$77:$K$85</c:f>
              <c:numCache>
                <c:formatCode>General</c:formatCode>
                <c:ptCount val="9"/>
                <c:pt idx="0">
                  <c:v>2016</c:v>
                </c:pt>
                <c:pt idx="2">
                  <c:v>2018</c:v>
                </c:pt>
                <c:pt idx="4">
                  <c:v>2020</c:v>
                </c:pt>
                <c:pt idx="6">
                  <c:v>2022</c:v>
                </c:pt>
                <c:pt idx="8">
                  <c:v>2024</c:v>
                </c:pt>
              </c:numCache>
            </c:numRef>
          </c:cat>
          <c:val>
            <c:numRef>
              <c:f>Sheet1!$L$77:$L$85</c:f>
              <c:numCache>
                <c:formatCode>0_ </c:formatCode>
                <c:ptCount val="9"/>
                <c:pt idx="0" formatCode="General">
                  <c:v>30</c:v>
                </c:pt>
                <c:pt idx="1">
                  <c:v>31</c:v>
                </c:pt>
                <c:pt idx="2">
                  <c:v>37</c:v>
                </c:pt>
                <c:pt idx="3">
                  <c:v>51</c:v>
                </c:pt>
                <c:pt idx="4">
                  <c:v>53</c:v>
                </c:pt>
                <c:pt idx="5">
                  <c:v>51</c:v>
                </c:pt>
                <c:pt idx="6">
                  <c:v>49</c:v>
                </c:pt>
                <c:pt idx="7">
                  <c:v>50</c:v>
                </c:pt>
                <c:pt idx="8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DE-3249-BDF8-5C6CA84C893D}"/>
            </c:ext>
          </c:extLst>
        </c:ser>
        <c:ser>
          <c:idx val="1"/>
          <c:order val="1"/>
          <c:tx>
            <c:strRef>
              <c:f>Sheet1!$M$76</c:f>
              <c:strCache>
                <c:ptCount val="1"/>
                <c:pt idx="0">
                  <c:v>소모품 매출비중</c:v>
                </c:pt>
              </c:strCache>
            </c:strRef>
          </c:tx>
          <c:spPr>
            <a:ln w="2222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Sheet1!$K$77:$K$85</c:f>
              <c:numCache>
                <c:formatCode>General</c:formatCode>
                <c:ptCount val="9"/>
                <c:pt idx="0">
                  <c:v>2016</c:v>
                </c:pt>
                <c:pt idx="2">
                  <c:v>2018</c:v>
                </c:pt>
                <c:pt idx="4">
                  <c:v>2020</c:v>
                </c:pt>
                <c:pt idx="6">
                  <c:v>2022</c:v>
                </c:pt>
                <c:pt idx="8">
                  <c:v>2024</c:v>
                </c:pt>
              </c:numCache>
            </c:numRef>
          </c:cat>
          <c:val>
            <c:numRef>
              <c:f>Sheet1!$M$77:$M$85</c:f>
              <c:numCache>
                <c:formatCode>0_ </c:formatCode>
                <c:ptCount val="9"/>
                <c:pt idx="0" formatCode="General">
                  <c:v>20</c:v>
                </c:pt>
                <c:pt idx="1">
                  <c:v>26</c:v>
                </c:pt>
                <c:pt idx="2">
                  <c:v>33</c:v>
                </c:pt>
                <c:pt idx="3">
                  <c:v>43</c:v>
                </c:pt>
                <c:pt idx="4">
                  <c:v>49</c:v>
                </c:pt>
                <c:pt idx="5">
                  <c:v>45</c:v>
                </c:pt>
                <c:pt idx="6">
                  <c:v>39</c:v>
                </c:pt>
                <c:pt idx="7">
                  <c:v>45</c:v>
                </c:pt>
                <c:pt idx="8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DE-3249-BDF8-5C6CA84C893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56683936"/>
        <c:axId val="2056672896"/>
      </c:lineChart>
      <c:catAx>
        <c:axId val="20566839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56672896"/>
        <c:crosses val="autoZero"/>
        <c:auto val="1"/>
        <c:lblAlgn val="ctr"/>
        <c:lblOffset val="100"/>
        <c:noMultiLvlLbl val="0"/>
      </c:catAx>
      <c:valAx>
        <c:axId val="205667289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5668393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86861986364468E-2"/>
          <c:y val="0.213384828797541"/>
          <c:w val="0.81367237884650823"/>
          <c:h val="0.677743181341875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Sheet1!$B$134</c:f>
              <c:strCache>
                <c:ptCount val="1"/>
                <c:pt idx="0">
                  <c:v>누적판매대수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Sheet1!$A$135:$A$141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Sheet1!$B$135:$B$141</c:f>
              <c:numCache>
                <c:formatCode>General</c:formatCode>
                <c:ptCount val="7"/>
                <c:pt idx="0">
                  <c:v>1</c:v>
                </c:pt>
                <c:pt idx="1">
                  <c:v>1.6</c:v>
                </c:pt>
                <c:pt idx="2">
                  <c:v>2.2999999999999998</c:v>
                </c:pt>
                <c:pt idx="3">
                  <c:v>3.3</c:v>
                </c:pt>
                <c:pt idx="4">
                  <c:v>5.4</c:v>
                </c:pt>
                <c:pt idx="5">
                  <c:v>7.3</c:v>
                </c:pt>
                <c:pt idx="6">
                  <c:v>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E-8D4B-B618-5F49E04EB3BC}"/>
            </c:ext>
          </c:extLst>
        </c:ser>
        <c:ser>
          <c:idx val="1"/>
          <c:order val="1"/>
          <c:tx>
            <c:strRef>
              <c:f>Sheet1!$C$134</c:f>
              <c:strCache>
                <c:ptCount val="1"/>
                <c:pt idx="0">
                  <c:v>전체 소모품 매출액(좌)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Sheet1!$A$135:$A$141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Sheet1!$C$135:$C$141</c:f>
              <c:numCache>
                <c:formatCode>General</c:formatCode>
                <c:ptCount val="7"/>
                <c:pt idx="0">
                  <c:v>6.2</c:v>
                </c:pt>
                <c:pt idx="1">
                  <c:v>7.8</c:v>
                </c:pt>
                <c:pt idx="2">
                  <c:v>14.6</c:v>
                </c:pt>
                <c:pt idx="3">
                  <c:v>17</c:v>
                </c:pt>
                <c:pt idx="4">
                  <c:v>26.7</c:v>
                </c:pt>
                <c:pt idx="5">
                  <c:v>34.700000000000003</c:v>
                </c:pt>
                <c:pt idx="6">
                  <c:v>47.8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0E-8D4B-B618-5F49E04EB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7050431"/>
        <c:axId val="2007053791"/>
      </c:barChart>
      <c:lineChart>
        <c:grouping val="standard"/>
        <c:varyColors val="0"/>
        <c:ser>
          <c:idx val="2"/>
          <c:order val="2"/>
          <c:tx>
            <c:strRef>
              <c:f>Sheet1!$D$134</c:f>
              <c:strCache>
                <c:ptCount val="1"/>
                <c:pt idx="0">
                  <c:v>소모품 비중(우)</c:v>
                </c:pt>
              </c:strCache>
            </c:strRef>
          </c:tx>
          <c:spPr>
            <a:ln w="22225" cap="rnd">
              <a:solidFill>
                <a:srgbClr val="2F5597"/>
              </a:solidFill>
              <a:round/>
            </a:ln>
            <a:effectLst/>
          </c:spPr>
          <c:marker>
            <c:symbol val="none"/>
          </c:marker>
          <c:cat>
            <c:numRef>
              <c:f>Sheet1!$A$135:$A$141</c:f>
              <c:numCache>
                <c:formatCode>General</c:formatCod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numCache>
            </c:numRef>
          </c:cat>
          <c:val>
            <c:numRef>
              <c:f>Sheet1!$D$135:$D$141</c:f>
              <c:numCache>
                <c:formatCode>0%</c:formatCode>
                <c:ptCount val="7"/>
                <c:pt idx="0">
                  <c:v>0.27</c:v>
                </c:pt>
                <c:pt idx="1">
                  <c:v>0.28999999999999998</c:v>
                </c:pt>
                <c:pt idx="2">
                  <c:v>0.37</c:v>
                </c:pt>
                <c:pt idx="3">
                  <c:v>0.41</c:v>
                </c:pt>
                <c:pt idx="4">
                  <c:v>0.38</c:v>
                </c:pt>
                <c:pt idx="5">
                  <c:v>0.4</c:v>
                </c:pt>
                <c:pt idx="6">
                  <c:v>0.41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0E-8D4B-B618-5F49E04EB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7051871"/>
        <c:axId val="2007055711"/>
      </c:lineChart>
      <c:catAx>
        <c:axId val="2007050431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07053791"/>
        <c:crosses val="autoZero"/>
        <c:auto val="1"/>
        <c:lblAlgn val="ctr"/>
        <c:lblOffset val="100"/>
        <c:noMultiLvlLbl val="0"/>
      </c:catAx>
      <c:valAx>
        <c:axId val="2007053791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07050431"/>
        <c:crosses val="autoZero"/>
        <c:crossBetween val="between"/>
        <c:majorUnit val="25"/>
      </c:valAx>
      <c:valAx>
        <c:axId val="2007055711"/>
        <c:scaling>
          <c:orientation val="minMax"/>
        </c:scaling>
        <c:delete val="0"/>
        <c:axPos val="r"/>
        <c:numFmt formatCode="0%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07051871"/>
        <c:crosses val="max"/>
        <c:crossBetween val="between"/>
        <c:majorUnit val="0.15000000000000002"/>
      </c:valAx>
      <c:catAx>
        <c:axId val="200705187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70557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483263888888889"/>
          <c:y val="9.5753968253968258E-2"/>
          <c:w val="0.77033472222222221"/>
          <c:h val="0.160484920634920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89927701770439"/>
          <c:y val="0.12899093690327659"/>
          <c:w val="0.50484302847112306"/>
          <c:h val="0.7633298826281123"/>
        </c:manualLayout>
      </c:layout>
      <c:pieChart>
        <c:varyColors val="1"/>
        <c:ser>
          <c:idx val="0"/>
          <c:order val="0"/>
          <c:explosion val="2"/>
          <c:dPt>
            <c:idx val="0"/>
            <c:bubble3D val="0"/>
            <c:explosion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C3-4C03-88BF-6B4668CFBC32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1C3-4C03-88BF-6B4668CFBC32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1C3-4C03-88BF-6B4668CFBC32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1C3-4C03-88BF-6B4668CFBC32}"/>
              </c:ext>
            </c:extLst>
          </c:dPt>
          <c:dLbls>
            <c:dLbl>
              <c:idx val="0"/>
              <c:layout>
                <c:manualLayout>
                  <c:x val="-0.11500546806649178"/>
                  <c:y val="1.518226888305628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C3-4C03-88BF-6B4668CFBC32}"/>
                </c:ext>
              </c:extLst>
            </c:dLbl>
            <c:dLbl>
              <c:idx val="1"/>
              <c:layout>
                <c:manualLayout>
                  <c:x val="1.0721128608923833E-2"/>
                  <c:y val="-0.180403543307086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C3-4C03-88BF-6B4668CFBC32}"/>
                </c:ext>
              </c:extLst>
            </c:dLbl>
            <c:dLbl>
              <c:idx val="2"/>
              <c:layout>
                <c:manualLayout>
                  <c:x val="8.8259494671599784E-2"/>
                  <c:y val="-0.1387704585707274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C3-4C03-88BF-6B4668CFBC32}"/>
                </c:ext>
              </c:extLst>
            </c:dLbl>
            <c:dLbl>
              <c:idx val="3"/>
              <c:layout>
                <c:manualLayout>
                  <c:x val="0.10547331583552061"/>
                  <c:y val="8.844269466316702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C3-4C03-88BF-6B4668CFBC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Sheet1!$A$5:$A$8</c:f>
              <c:strCache>
                <c:ptCount val="4"/>
                <c:pt idx="0">
                  <c:v>미국</c:v>
                </c:pt>
                <c:pt idx="1">
                  <c:v>유럽</c:v>
                </c:pt>
                <c:pt idx="2">
                  <c:v>중국</c:v>
                </c:pt>
                <c:pt idx="3">
                  <c:v>기타</c:v>
                </c:pt>
              </c:strCache>
            </c:strRef>
          </c:cat>
          <c:val>
            <c:numRef>
              <c:f>Sheet1!$D$5:$D$8</c:f>
              <c:numCache>
                <c:formatCode>0%</c:formatCode>
                <c:ptCount val="4"/>
                <c:pt idx="0">
                  <c:v>0.42340346991509781</c:v>
                </c:pt>
                <c:pt idx="1">
                  <c:v>0.16980435585086748</c:v>
                </c:pt>
                <c:pt idx="2">
                  <c:v>6.4968623108157986E-2</c:v>
                </c:pt>
                <c:pt idx="3">
                  <c:v>0.3418235511258767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C3-4C03-88BF-6B4668CFBC3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89927701770439"/>
          <c:y val="0.12899093690327659"/>
          <c:w val="0.50484302847112306"/>
          <c:h val="0.7633298826281123"/>
        </c:manualLayout>
      </c:layout>
      <c:pieChart>
        <c:varyColors val="1"/>
        <c:ser>
          <c:idx val="0"/>
          <c:order val="0"/>
          <c:explosion val="2"/>
          <c:dPt>
            <c:idx val="0"/>
            <c:bubble3D val="0"/>
            <c:explosion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C3-4C03-88BF-6B4668CFBC32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1C3-4C03-88BF-6B4668CFBC32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1C3-4C03-88BF-6B4668CFBC32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1C3-4C03-88BF-6B4668CFBC32}"/>
              </c:ext>
            </c:extLst>
          </c:dPt>
          <c:dLbls>
            <c:dLbl>
              <c:idx val="0"/>
              <c:layout>
                <c:manualLayout>
                  <c:x val="-0.11500546806649178"/>
                  <c:y val="1.518226888305628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C3-4C03-88BF-6B4668CFBC32}"/>
                </c:ext>
              </c:extLst>
            </c:dLbl>
            <c:dLbl>
              <c:idx val="1"/>
              <c:layout>
                <c:manualLayout>
                  <c:x val="1.0721128608923833E-2"/>
                  <c:y val="-0.180403543307086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C3-4C03-88BF-6B4668CFBC32}"/>
                </c:ext>
              </c:extLst>
            </c:dLbl>
            <c:dLbl>
              <c:idx val="2"/>
              <c:layout>
                <c:manualLayout>
                  <c:x val="8.8259494671599784E-2"/>
                  <c:y val="-0.1387704585707274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C3-4C03-88BF-6B4668CFBC32}"/>
                </c:ext>
              </c:extLst>
            </c:dLbl>
            <c:dLbl>
              <c:idx val="3"/>
              <c:layout>
                <c:manualLayout>
                  <c:x val="0.10547331583552061"/>
                  <c:y val="8.844269466316702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C3-4C03-88BF-6B4668CFBC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Sheet1!$A$5:$A$8</c:f>
              <c:strCache>
                <c:ptCount val="4"/>
                <c:pt idx="0">
                  <c:v>미국</c:v>
                </c:pt>
                <c:pt idx="1">
                  <c:v>유럽</c:v>
                </c:pt>
                <c:pt idx="2">
                  <c:v>중국</c:v>
                </c:pt>
                <c:pt idx="3">
                  <c:v>기타</c:v>
                </c:pt>
              </c:strCache>
            </c:strRef>
          </c:cat>
          <c:val>
            <c:numRef>
              <c:f>Sheet1!$D$5:$D$8</c:f>
              <c:numCache>
                <c:formatCode>0%</c:formatCode>
                <c:ptCount val="4"/>
                <c:pt idx="0">
                  <c:v>0.42340346991509781</c:v>
                </c:pt>
                <c:pt idx="1">
                  <c:v>0.16980435585086748</c:v>
                </c:pt>
                <c:pt idx="2">
                  <c:v>6.4968623108157986E-2</c:v>
                </c:pt>
                <c:pt idx="3">
                  <c:v>0.3418235511258767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C3-4C03-88BF-6B4668CFBC3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089956034014459"/>
          <c:y val="4.1294286496508195E-2"/>
          <c:w val="0.39820087931971082"/>
          <c:h val="8.14375354009089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89927701770439"/>
          <c:y val="0.12899093690327659"/>
          <c:w val="0.50484302847112306"/>
          <c:h val="0.7633298826281123"/>
        </c:manualLayout>
      </c:layout>
      <c:pieChart>
        <c:varyColors val="1"/>
        <c:ser>
          <c:idx val="0"/>
          <c:order val="0"/>
          <c:explosion val="2"/>
          <c:dPt>
            <c:idx val="0"/>
            <c:bubble3D val="0"/>
            <c:explosion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1C3-4C03-88BF-6B4668CFBC32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1C3-4C03-88BF-6B4668CFBC32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1C3-4C03-88BF-6B4668CFBC32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1C3-4C03-88BF-6B4668CFBC32}"/>
              </c:ext>
            </c:extLst>
          </c:dPt>
          <c:dLbls>
            <c:dLbl>
              <c:idx val="0"/>
              <c:layout>
                <c:manualLayout>
                  <c:x val="-0.11500546806649178"/>
                  <c:y val="1.5182268883056285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C3-4C03-88BF-6B4668CFBC32}"/>
                </c:ext>
              </c:extLst>
            </c:dLbl>
            <c:dLbl>
              <c:idx val="1"/>
              <c:layout>
                <c:manualLayout>
                  <c:x val="1.0721128608923833E-2"/>
                  <c:y val="-0.1804035433070866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C3-4C03-88BF-6B4668CFBC32}"/>
                </c:ext>
              </c:extLst>
            </c:dLbl>
            <c:dLbl>
              <c:idx val="2"/>
              <c:layout>
                <c:manualLayout>
                  <c:x val="8.8259494671599784E-2"/>
                  <c:y val="-0.1387704585707274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C3-4C03-88BF-6B4668CFBC32}"/>
                </c:ext>
              </c:extLst>
            </c:dLbl>
            <c:dLbl>
              <c:idx val="3"/>
              <c:layout>
                <c:manualLayout>
                  <c:x val="0.10547331583552061"/>
                  <c:y val="8.844269466316702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C3-4C03-88BF-6B4668CFBC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Sheet1!$A$5:$A$8</c:f>
              <c:strCache>
                <c:ptCount val="4"/>
                <c:pt idx="0">
                  <c:v>미국</c:v>
                </c:pt>
                <c:pt idx="1">
                  <c:v>유럽</c:v>
                </c:pt>
                <c:pt idx="2">
                  <c:v>중국</c:v>
                </c:pt>
                <c:pt idx="3">
                  <c:v>기타</c:v>
                </c:pt>
              </c:strCache>
            </c:strRef>
          </c:cat>
          <c:val>
            <c:numRef>
              <c:f>Sheet1!$D$5:$D$8</c:f>
              <c:numCache>
                <c:formatCode>0%</c:formatCode>
                <c:ptCount val="4"/>
                <c:pt idx="0">
                  <c:v>0.42340346991509781</c:v>
                </c:pt>
                <c:pt idx="1">
                  <c:v>0.16980435585086748</c:v>
                </c:pt>
                <c:pt idx="2">
                  <c:v>6.4968623108157986E-2</c:v>
                </c:pt>
                <c:pt idx="3">
                  <c:v>0.3418235511258767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C3-4C03-88BF-6B4668CFBC3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0936300844206"/>
          <c:y val="6.7446680919851884E-2"/>
          <c:w val="0.85518035303146589"/>
          <c:h val="0.795223348879951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개요!$B$124</c:f>
              <c:strCache>
                <c:ptCount val="1"/>
                <c:pt idx="0">
                  <c:v>비수술류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개요!$A$125:$A$130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개요!$B$125:$B$130</c:f>
              <c:numCache>
                <c:formatCode>General</c:formatCode>
                <c:ptCount val="6"/>
                <c:pt idx="0">
                  <c:v>500</c:v>
                </c:pt>
                <c:pt idx="1">
                  <c:v>600</c:v>
                </c:pt>
                <c:pt idx="2">
                  <c:v>773</c:v>
                </c:pt>
                <c:pt idx="3">
                  <c:v>977</c:v>
                </c:pt>
                <c:pt idx="4">
                  <c:v>1207</c:v>
                </c:pt>
                <c:pt idx="5">
                  <c:v>1461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B8-4F40-99FA-829DBD6A3B02}"/>
            </c:ext>
          </c:extLst>
        </c:ser>
        <c:ser>
          <c:idx val="1"/>
          <c:order val="1"/>
          <c:tx>
            <c:strRef>
              <c:f>개요!$C$124</c:f>
              <c:strCache>
                <c:ptCount val="1"/>
                <c:pt idx="0">
                  <c:v>수술류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numRef>
              <c:f>개요!$A$125:$A$130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개요!$C$125:$C$130</c:f>
              <c:numCache>
                <c:formatCode>General</c:formatCode>
                <c:ptCount val="6"/>
                <c:pt idx="0">
                  <c:v>717</c:v>
                </c:pt>
                <c:pt idx="1">
                  <c:v>836</c:v>
                </c:pt>
                <c:pt idx="2">
                  <c:v>776</c:v>
                </c:pt>
                <c:pt idx="3">
                  <c:v>915</c:v>
                </c:pt>
                <c:pt idx="4">
                  <c:v>1061</c:v>
                </c:pt>
                <c:pt idx="5">
                  <c:v>1205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B8-4F40-99FA-829DBD6A3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1555456"/>
        <c:axId val="521554208"/>
      </c:barChart>
      <c:catAx>
        <c:axId val="52155545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21554208"/>
        <c:crosses val="autoZero"/>
        <c:auto val="1"/>
        <c:lblAlgn val="ctr"/>
        <c:lblOffset val="100"/>
        <c:noMultiLvlLbl val="0"/>
      </c:catAx>
      <c:valAx>
        <c:axId val="521554208"/>
        <c:scaling>
          <c:orientation val="minMax"/>
          <c:min val="20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2155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774372545770759"/>
          <c:y val="0.15443842473854219"/>
          <c:w val="0.46761848372807635"/>
          <c:h val="0.76030392669949942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7A-4F93-ACBD-0C18D9A237A3}"/>
              </c:ext>
            </c:extLst>
          </c:dPt>
          <c:dPt>
            <c:idx val="1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7A-4F93-ACBD-0C18D9A237A3}"/>
              </c:ext>
            </c:extLst>
          </c:dPt>
          <c:dPt>
            <c:idx val="2"/>
            <c:bubble3D val="0"/>
            <c:spPr>
              <a:solidFill>
                <a:srgbClr val="B4C7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7A-4F93-ACBD-0C18D9A237A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97A-4F93-ACBD-0C18D9A237A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KoPubWorld돋움체 Light" panose="00000300000000000000" pitchFamily="2" charset="-127"/>
                      <a:ea typeface="KoPubWorld돋움체 Light" panose="00000300000000000000" pitchFamily="2" charset="-127"/>
                      <a:cs typeface="KoPubWorld돋움체 Light" panose="000003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97A-4F93-ACBD-0C18D9A237A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97A-4F93-ACBD-0C18D9A237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KoPubWorld돋움체 Light" panose="00000300000000000000" pitchFamily="2" charset="-127"/>
                    <a:ea typeface="KoPubWorld돋움체 Light" panose="00000300000000000000" pitchFamily="2" charset="-127"/>
                    <a:cs typeface="KoPubWorld돋움체 Light" panose="00000300000000000000" pitchFamily="2" charset="-127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개요!$J$62:$J$64</c:f>
              <c:strCache>
                <c:ptCount val="3"/>
                <c:pt idx="0">
                  <c:v>주사</c:v>
                </c:pt>
                <c:pt idx="1">
                  <c:v>광전</c:v>
                </c:pt>
                <c:pt idx="2">
                  <c:v>기타</c:v>
                </c:pt>
              </c:strCache>
            </c:strRef>
          </c:cat>
          <c:val>
            <c:numRef>
              <c:f>개요!$K$62:$K$64</c:f>
              <c:numCache>
                <c:formatCode>0%</c:formatCode>
                <c:ptCount val="3"/>
                <c:pt idx="0">
                  <c:v>0.46</c:v>
                </c:pt>
                <c:pt idx="1">
                  <c:v>0.53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97A-4F93-ACBD-0C18D9A237A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KoPubWorld돋움체 Light" panose="00000300000000000000" pitchFamily="2" charset="-127"/>
          <a:ea typeface="KoPubWorld돋움체 Light" panose="00000300000000000000" pitchFamily="2" charset="-127"/>
          <a:cs typeface="KoPubWorld돋움체 Light" panose="00000300000000000000" pitchFamily="2" charset="-127"/>
        </a:defRPr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833516913907025E-2"/>
          <c:y val="3.8245033112582781E-2"/>
          <c:w val="0.92216648308609295"/>
          <c:h val="0.8838730475979745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개요!$A$156:$A$160</c:f>
              <c:strCache>
                <c:ptCount val="5"/>
                <c:pt idx="0">
                  <c:v>피부</c:v>
                </c:pt>
                <c:pt idx="1">
                  <c:v>안면</c:v>
                </c:pt>
                <c:pt idx="2">
                  <c:v>신체</c:v>
                </c:pt>
                <c:pt idx="3">
                  <c:v>치아</c:v>
                </c:pt>
                <c:pt idx="4">
                  <c:v>기타</c:v>
                </c:pt>
              </c:strCache>
            </c:strRef>
          </c:cat>
          <c:val>
            <c:numRef>
              <c:f>개요!$B$156:$B$160</c:f>
              <c:numCache>
                <c:formatCode>0.00%</c:formatCode>
                <c:ptCount val="5"/>
                <c:pt idx="0">
                  <c:v>0.75900000000000001</c:v>
                </c:pt>
                <c:pt idx="1">
                  <c:v>0.63300000000000001</c:v>
                </c:pt>
                <c:pt idx="2">
                  <c:v>0.438</c:v>
                </c:pt>
                <c:pt idx="3" formatCode="0%">
                  <c:v>0.3</c:v>
                </c:pt>
                <c:pt idx="4">
                  <c:v>0.24299999999999999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52-4D38-B980-9315F689F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1553376"/>
        <c:axId val="521555872"/>
      </c:barChart>
      <c:catAx>
        <c:axId val="52155337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21555872"/>
        <c:crossesAt val="0"/>
        <c:auto val="1"/>
        <c:lblAlgn val="ctr"/>
        <c:lblOffset val="100"/>
        <c:noMultiLvlLbl val="0"/>
      </c:catAx>
      <c:valAx>
        <c:axId val="521555872"/>
        <c:scaling>
          <c:orientation val="minMax"/>
        </c:scaling>
        <c:delete val="0"/>
        <c:axPos val="l"/>
        <c:numFmt formatCode="0%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21553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525275135235963"/>
          <c:y val="7.3751257123700967E-2"/>
          <c:w val="0.70893490020518557"/>
          <c:h val="0.83827096549578939"/>
        </c:manualLayout>
      </c:layout>
      <c:barChart>
        <c:barDir val="bar"/>
        <c:grouping val="clustered"/>
        <c:varyColors val="0"/>
        <c:ser>
          <c:idx val="3"/>
          <c:order val="3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0CEC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58-4349-995D-52E8B9069294}"/>
              </c:ext>
            </c:extLst>
          </c:dPt>
          <c:dPt>
            <c:idx val="1"/>
            <c:invertIfNegative val="0"/>
            <c:bubble3D val="0"/>
            <c:spPr>
              <a:solidFill>
                <a:srgbClr val="D0CEC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58-4349-995D-52E8B9069294}"/>
              </c:ext>
            </c:extLst>
          </c:dPt>
          <c:cat>
            <c:strRef>
              <c:f>개요!$I$240:$I$243</c:f>
              <c:strCache>
                <c:ptCount val="4"/>
                <c:pt idx="0">
                  <c:v>중국 소득 대비 써마지</c:v>
                </c:pt>
                <c:pt idx="1">
                  <c:v>상하이 소득 대비 써마지</c:v>
                </c:pt>
                <c:pt idx="2">
                  <c:v>중국 소득 대비 볼뉴머</c:v>
                </c:pt>
                <c:pt idx="3">
                  <c:v>상하이 소득 대비 볼뉴머</c:v>
                </c:pt>
              </c:strCache>
            </c:strRef>
          </c:cat>
          <c:val>
            <c:numRef>
              <c:f>개요!$M$240:$M$243</c:f>
              <c:numCache>
                <c:formatCode>General</c:formatCode>
                <c:ptCount val="4"/>
                <c:pt idx="0">
                  <c:v>0.66296088530776687</c:v>
                </c:pt>
                <c:pt idx="1">
                  <c:v>0.3064808920951505</c:v>
                </c:pt>
                <c:pt idx="2">
                  <c:v>0.2039879647100821</c:v>
                </c:pt>
                <c:pt idx="3">
                  <c:v>9.4301812952354014E-2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58-4349-995D-52E8B9069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15632048"/>
        <c:axId val="161563163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개요!$I$240:$I$243</c15:sqref>
                        </c15:formulaRef>
                      </c:ext>
                    </c:extLst>
                    <c:strCache>
                      <c:ptCount val="4"/>
                      <c:pt idx="0">
                        <c:v>중국 소득 대비 써마지</c:v>
                      </c:pt>
                      <c:pt idx="1">
                        <c:v>상하이 소득 대비 써마지</c:v>
                      </c:pt>
                      <c:pt idx="2">
                        <c:v>중국 소득 대비 볼뉴머</c:v>
                      </c:pt>
                      <c:pt idx="3">
                        <c:v>상하이 소득 대비 볼뉴머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개요!$J$240:$J$243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3B58-4349-995D-52E8B9069294}"/>
                  </c:ext>
                </c:extLst>
              </c15:ser>
            </c15:filteredBarSeries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개요!$I$240:$I$243</c15:sqref>
                        </c15:formulaRef>
                      </c:ext>
                    </c:extLst>
                    <c:strCache>
                      <c:ptCount val="4"/>
                      <c:pt idx="0">
                        <c:v>중국 소득 대비 써마지</c:v>
                      </c:pt>
                      <c:pt idx="1">
                        <c:v>상하이 소득 대비 써마지</c:v>
                      </c:pt>
                      <c:pt idx="2">
                        <c:v>중국 소득 대비 볼뉴머</c:v>
                      </c:pt>
                      <c:pt idx="3">
                        <c:v>상하이 소득 대비 볼뉴머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개요!$K$240:$K$243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3B58-4349-995D-52E8B9069294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개요!$I$240:$I$243</c15:sqref>
                        </c15:formulaRef>
                      </c:ext>
                    </c:extLst>
                    <c:strCache>
                      <c:ptCount val="4"/>
                      <c:pt idx="0">
                        <c:v>중국 소득 대비 써마지</c:v>
                      </c:pt>
                      <c:pt idx="1">
                        <c:v>상하이 소득 대비 써마지</c:v>
                      </c:pt>
                      <c:pt idx="2">
                        <c:v>중국 소득 대비 볼뉴머</c:v>
                      </c:pt>
                      <c:pt idx="3">
                        <c:v>상하이 소득 대비 볼뉴머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개요!$L$240:$L$243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B58-4349-995D-52E8B9069294}"/>
                  </c:ext>
                </c:extLst>
              </c15:ser>
            </c15:filteredBarSeries>
          </c:ext>
        </c:extLst>
      </c:barChart>
      <c:catAx>
        <c:axId val="1615632048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1615631632"/>
        <c:crosses val="autoZero"/>
        <c:auto val="1"/>
        <c:lblAlgn val="ctr"/>
        <c:lblOffset val="100"/>
        <c:noMultiLvlLbl val="0"/>
      </c:catAx>
      <c:valAx>
        <c:axId val="161563163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defRPr>
            </a:pPr>
            <a:endParaRPr lang="ko-KR"/>
          </a:p>
        </c:txPr>
        <c:crossAx val="1615632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latin typeface="KoPubWorld돋움체 Light" panose="00000300000000000000" pitchFamily="2" charset="-127"/>
          <a:ea typeface="KoPubWorld돋움체 Light" panose="00000300000000000000" pitchFamily="2" charset="-127"/>
          <a:cs typeface="KoPubWorld돋움체 Light" panose="00000300000000000000" pitchFamily="2" charset="-127"/>
        </a:defRPr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86234817813765"/>
          <c:y val="6.3879210220673638E-2"/>
          <c:w val="0.83360323886639676"/>
          <c:h val="0.836353077816492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개요!$G$210</c:f>
              <c:strCache>
                <c:ptCount val="1"/>
                <c:pt idx="0">
                  <c:v>관광객 수(단위: 만명)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개요!$F$211:$F$220</c:f>
              <c:numCache>
                <c:formatCode>General</c:formatCod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numCache>
            </c:numRef>
          </c:cat>
          <c:val>
            <c:numRef>
              <c:f>개요!$G$211:$G$220</c:f>
              <c:numCache>
                <c:formatCode>General</c:formatCode>
                <c:ptCount val="10"/>
                <c:pt idx="0">
                  <c:v>598</c:v>
                </c:pt>
                <c:pt idx="1">
                  <c:v>807</c:v>
                </c:pt>
                <c:pt idx="2">
                  <c:v>417</c:v>
                </c:pt>
                <c:pt idx="3">
                  <c:v>478</c:v>
                </c:pt>
                <c:pt idx="4">
                  <c:v>602</c:v>
                </c:pt>
                <c:pt idx="5">
                  <c:v>69</c:v>
                </c:pt>
                <c:pt idx="6">
                  <c:v>17</c:v>
                </c:pt>
                <c:pt idx="7">
                  <c:v>23</c:v>
                </c:pt>
                <c:pt idx="8">
                  <c:v>204</c:v>
                </c:pt>
                <c:pt idx="9">
                  <c:v>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61-4FE9-9F73-D8335B9B2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1797984"/>
        <c:axId val="821798816"/>
      </c:barChart>
      <c:catAx>
        <c:axId val="82179798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821798816"/>
        <c:crosses val="autoZero"/>
        <c:auto val="1"/>
        <c:lblAlgn val="ctr"/>
        <c:lblOffset val="100"/>
        <c:noMultiLvlLbl val="0"/>
      </c:catAx>
      <c:valAx>
        <c:axId val="821798816"/>
        <c:scaling>
          <c:orientation val="minMax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8217979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60957932881676E-2"/>
          <c:y val="6.3437139561707032E-2"/>
          <c:w val="0.89172837561052465"/>
          <c:h val="0.82699662542182228"/>
        </c:manualLayout>
      </c:layout>
      <c:lineChart>
        <c:grouping val="standard"/>
        <c:varyColors val="0"/>
        <c:ser>
          <c:idx val="0"/>
          <c:order val="0"/>
          <c:tx>
            <c:strRef>
              <c:f>개요!$G$262</c:f>
              <c:strCache>
                <c:ptCount val="1"/>
                <c:pt idx="0">
                  <c:v>환자 수 (천 명)</c:v>
                </c:pt>
              </c:strCache>
            </c:strRef>
          </c:tx>
          <c:spPr>
            <a:ln w="2857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개요!$F$263:$F$277</c:f>
              <c:numCache>
                <c:formatCode>yyyy</c:formatCode>
                <c:ptCount val="15"/>
                <c:pt idx="0">
                  <c:v>39934</c:v>
                </c:pt>
                <c:pt idx="1">
                  <c:v>40299</c:v>
                </c:pt>
                <c:pt idx="2">
                  <c:v>40664</c:v>
                </c:pt>
                <c:pt idx="3">
                  <c:v>41030</c:v>
                </c:pt>
                <c:pt idx="4">
                  <c:v>41395</c:v>
                </c:pt>
                <c:pt idx="5">
                  <c:v>41760</c:v>
                </c:pt>
                <c:pt idx="6">
                  <c:v>42125</c:v>
                </c:pt>
                <c:pt idx="7">
                  <c:v>42491</c:v>
                </c:pt>
                <c:pt idx="8">
                  <c:v>42856</c:v>
                </c:pt>
                <c:pt idx="9">
                  <c:v>43221</c:v>
                </c:pt>
                <c:pt idx="10">
                  <c:v>43586</c:v>
                </c:pt>
                <c:pt idx="11">
                  <c:v>43952</c:v>
                </c:pt>
                <c:pt idx="12">
                  <c:v>44317</c:v>
                </c:pt>
                <c:pt idx="13">
                  <c:v>44682</c:v>
                </c:pt>
                <c:pt idx="14">
                  <c:v>45047</c:v>
                </c:pt>
              </c:numCache>
            </c:numRef>
          </c:cat>
          <c:val>
            <c:numRef>
              <c:f>개요!$G$263:$G$277</c:f>
              <c:numCache>
                <c:formatCode>General</c:formatCode>
                <c:ptCount val="15"/>
                <c:pt idx="0">
                  <c:v>5</c:v>
                </c:pt>
                <c:pt idx="1">
                  <c:v>13.5</c:v>
                </c:pt>
                <c:pt idx="2">
                  <c:v>20.7</c:v>
                </c:pt>
                <c:pt idx="3">
                  <c:v>32.299999999999997</c:v>
                </c:pt>
                <c:pt idx="4">
                  <c:v>56</c:v>
                </c:pt>
                <c:pt idx="5">
                  <c:v>79.599999999999994</c:v>
                </c:pt>
                <c:pt idx="6">
                  <c:v>99</c:v>
                </c:pt>
                <c:pt idx="7">
                  <c:v>128</c:v>
                </c:pt>
                <c:pt idx="8">
                  <c:v>100</c:v>
                </c:pt>
                <c:pt idx="9">
                  <c:v>118.5</c:v>
                </c:pt>
                <c:pt idx="10">
                  <c:v>168</c:v>
                </c:pt>
                <c:pt idx="11">
                  <c:v>31</c:v>
                </c:pt>
                <c:pt idx="12">
                  <c:v>28</c:v>
                </c:pt>
                <c:pt idx="13">
                  <c:v>44.5</c:v>
                </c:pt>
                <c:pt idx="14">
                  <c:v>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1E-40D9-8417-90B565E283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5632464"/>
        <c:axId val="1615632880"/>
      </c:lineChart>
      <c:dateAx>
        <c:axId val="1615632464"/>
        <c:scaling>
          <c:orientation val="minMax"/>
        </c:scaling>
        <c:delete val="0"/>
        <c:axPos val="b"/>
        <c:numFmt formatCode="yyyy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15632880"/>
        <c:crosses val="autoZero"/>
        <c:auto val="1"/>
        <c:lblOffset val="100"/>
        <c:baseTimeUnit val="years"/>
        <c:majorUnit val="2"/>
        <c:majorTimeUnit val="years"/>
      </c:dateAx>
      <c:valAx>
        <c:axId val="161563288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15632464"/>
        <c:crosses val="autoZero"/>
        <c:crossBetween val="between"/>
        <c:majorUnit val="30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528957409893054E-2"/>
          <c:y val="7.8271185888436456E-2"/>
          <c:w val="0.91347104259010692"/>
          <c:h val="0.806735517430065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numRef>
              <c:f>Sheet2!$H$88:$O$88</c:f>
              <c:numCache>
                <c:formatCode>yyyy</c:formatCode>
                <c:ptCount val="8"/>
                <c:pt idx="0">
                  <c:v>45261</c:v>
                </c:pt>
                <c:pt idx="1">
                  <c:v>45627</c:v>
                </c:pt>
                <c:pt idx="2">
                  <c:v>45992</c:v>
                </c:pt>
                <c:pt idx="3">
                  <c:v>46357</c:v>
                </c:pt>
                <c:pt idx="4">
                  <c:v>46722</c:v>
                </c:pt>
                <c:pt idx="5">
                  <c:v>47088</c:v>
                </c:pt>
                <c:pt idx="6">
                  <c:v>47453</c:v>
                </c:pt>
                <c:pt idx="7">
                  <c:v>47818</c:v>
                </c:pt>
              </c:numCache>
            </c:numRef>
          </c:cat>
          <c:val>
            <c:numRef>
              <c:f>Sheet2!$H$89:$O$89</c:f>
              <c:numCache>
                <c:formatCode>General</c:formatCode>
                <c:ptCount val="8"/>
                <c:pt idx="0">
                  <c:v>70</c:v>
                </c:pt>
                <c:pt idx="1">
                  <c:v>78.051775297421912</c:v>
                </c:pt>
                <c:pt idx="2">
                  <c:v>87.029708958274881</c:v>
                </c:pt>
                <c:pt idx="3">
                  <c:v>97.040332683018534</c:v>
                </c:pt>
                <c:pt idx="4">
                  <c:v>108.20243201945758</c:v>
                </c:pt>
                <c:pt idx="5">
                  <c:v>120.64845586596104</c:v>
                </c:pt>
                <c:pt idx="6">
                  <c:v>134.5260881032988</c:v>
                </c:pt>
                <c:pt idx="7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3-4AAE-8D72-F924D0E2A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641216"/>
        <c:axId val="574643616"/>
      </c:barChart>
      <c:dateAx>
        <c:axId val="574641216"/>
        <c:scaling>
          <c:orientation val="minMax"/>
        </c:scaling>
        <c:delete val="0"/>
        <c:axPos val="b"/>
        <c:numFmt formatCode="yyyy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643616"/>
        <c:crosses val="autoZero"/>
        <c:auto val="1"/>
        <c:lblOffset val="100"/>
        <c:baseTimeUnit val="years"/>
        <c:majorUnit val="1"/>
        <c:majorTimeUnit val="years"/>
      </c:dateAx>
      <c:valAx>
        <c:axId val="574643616"/>
        <c:scaling>
          <c:orientation val="minMax"/>
          <c:max val="150"/>
          <c:min val="50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rgbClr val="20386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64121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r>
              <a:rPr lang="en-US"/>
              <a:t>MRF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8118148895552827"/>
          <c:y val="0.12403742614291022"/>
          <c:w val="0.81079523287437172"/>
          <c:h val="0.762146378357936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Sheet2!$L$105</c:f>
              <c:strCache>
                <c:ptCount val="1"/>
                <c:pt idx="0">
                  <c:v>24E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Sheet2!$K$106:$K$112</c:f>
              <c:strCache>
                <c:ptCount val="7"/>
                <c:pt idx="0">
                  <c:v>U.S.</c:v>
                </c:pt>
                <c:pt idx="1">
                  <c:v>EUR</c:v>
                </c:pt>
                <c:pt idx="2">
                  <c:v>CN</c:v>
                </c:pt>
                <c:pt idx="3">
                  <c:v>KR</c:v>
                </c:pt>
                <c:pt idx="4">
                  <c:v>BR</c:v>
                </c:pt>
                <c:pt idx="5">
                  <c:v>TH</c:v>
                </c:pt>
                <c:pt idx="6">
                  <c:v>JP</c:v>
                </c:pt>
              </c:strCache>
            </c:strRef>
          </c:cat>
          <c:val>
            <c:numRef>
              <c:f>Sheet2!$L$106:$L$112</c:f>
              <c:numCache>
                <c:formatCode>0%</c:formatCode>
                <c:ptCount val="7"/>
                <c:pt idx="0">
                  <c:v>9.3457943925233641E-2</c:v>
                </c:pt>
                <c:pt idx="1">
                  <c:v>2.2696929238985315E-2</c:v>
                </c:pt>
                <c:pt idx="2">
                  <c:v>4.0053404539385842E-2</c:v>
                </c:pt>
                <c:pt idx="3">
                  <c:v>0.28037383177570097</c:v>
                </c:pt>
                <c:pt idx="4">
                  <c:v>8.0106809078771685E-3</c:v>
                </c:pt>
                <c:pt idx="5">
                  <c:v>0.22696929238985314</c:v>
                </c:pt>
                <c:pt idx="6">
                  <c:v>3.4712950600801068E-2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B9-428A-B5D5-D33FBB06F514}"/>
            </c:ext>
          </c:extLst>
        </c:ser>
        <c:ser>
          <c:idx val="1"/>
          <c:order val="1"/>
          <c:tx>
            <c:strRef>
              <c:f>Sheet2!$M$105</c:f>
              <c:strCache>
                <c:ptCount val="1"/>
                <c:pt idx="0">
                  <c:v>30E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strRef>
              <c:f>Sheet2!$K$106:$K$112</c:f>
              <c:strCache>
                <c:ptCount val="7"/>
                <c:pt idx="0">
                  <c:v>U.S.</c:v>
                </c:pt>
                <c:pt idx="1">
                  <c:v>EUR</c:v>
                </c:pt>
                <c:pt idx="2">
                  <c:v>CN</c:v>
                </c:pt>
                <c:pt idx="3">
                  <c:v>KR</c:v>
                </c:pt>
                <c:pt idx="4">
                  <c:v>BR</c:v>
                </c:pt>
                <c:pt idx="5">
                  <c:v>TH</c:v>
                </c:pt>
                <c:pt idx="6">
                  <c:v>JP</c:v>
                </c:pt>
              </c:strCache>
            </c:strRef>
          </c:cat>
          <c:val>
            <c:numRef>
              <c:f>Sheet2!$M$106:$M$112</c:f>
              <c:numCache>
                <c:formatCode>0%</c:formatCode>
                <c:ptCount val="7"/>
                <c:pt idx="0">
                  <c:v>0.2990654205607477</c:v>
                </c:pt>
                <c:pt idx="1">
                  <c:v>0.1081441922563418</c:v>
                </c:pt>
                <c:pt idx="2">
                  <c:v>0.15620827770360479</c:v>
                </c:pt>
                <c:pt idx="3">
                  <c:v>0.41388518024032045</c:v>
                </c:pt>
                <c:pt idx="4">
                  <c:v>3.6048064085447265E-2</c:v>
                </c:pt>
                <c:pt idx="5">
                  <c:v>0.60213618157543392</c:v>
                </c:pt>
                <c:pt idx="6">
                  <c:v>0.14018691588785048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9-428A-B5D5-D33FBB06F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621536"/>
        <c:axId val="574619616"/>
      </c:barChart>
      <c:catAx>
        <c:axId val="5746215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619616"/>
        <c:crosses val="autoZero"/>
        <c:auto val="1"/>
        <c:lblAlgn val="ctr"/>
        <c:lblOffset val="100"/>
        <c:noMultiLvlLbl val="0"/>
      </c:catAx>
      <c:valAx>
        <c:axId val="574619616"/>
        <c:scaling>
          <c:orientation val="minMax"/>
          <c:max val="0.8"/>
        </c:scaling>
        <c:delete val="0"/>
        <c:axPos val="l"/>
        <c:numFmt formatCode="0%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462153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422734195262628"/>
          <c:y val="0.135952242676355"/>
          <c:w val="0.43154531609474739"/>
          <c:h val="0.114388514471711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r>
              <a:rPr lang="en-US"/>
              <a:t>HIFU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9547738693467337"/>
          <c:y val="0.12514417870941005"/>
          <c:w val="0.80452261306532669"/>
          <c:h val="0.758183495314359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Sheet2!$I$105</c:f>
              <c:strCache>
                <c:ptCount val="1"/>
                <c:pt idx="0">
                  <c:v>24E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Sheet2!$H$106:$H$112</c:f>
              <c:strCache>
                <c:ptCount val="7"/>
                <c:pt idx="0">
                  <c:v>U.S.</c:v>
                </c:pt>
                <c:pt idx="1">
                  <c:v>EUR</c:v>
                </c:pt>
                <c:pt idx="2">
                  <c:v>CN</c:v>
                </c:pt>
                <c:pt idx="3">
                  <c:v>KR</c:v>
                </c:pt>
                <c:pt idx="4">
                  <c:v>BR</c:v>
                </c:pt>
                <c:pt idx="5">
                  <c:v>TH</c:v>
                </c:pt>
                <c:pt idx="6">
                  <c:v>JP</c:v>
                </c:pt>
              </c:strCache>
            </c:strRef>
          </c:cat>
          <c:val>
            <c:numRef>
              <c:f>Sheet2!$I$106:$I$112</c:f>
              <c:numCache>
                <c:formatCode>0.0%</c:formatCode>
                <c:ptCount val="7"/>
                <c:pt idx="0">
                  <c:v>0.15620827770360479</c:v>
                </c:pt>
                <c:pt idx="1">
                  <c:v>8.0106809078771685E-2</c:v>
                </c:pt>
                <c:pt idx="2">
                  <c:v>0.12149532710280374</c:v>
                </c:pt>
                <c:pt idx="3">
                  <c:v>0.40720961281708939</c:v>
                </c:pt>
                <c:pt idx="4">
                  <c:v>0.1281708945260347</c:v>
                </c:pt>
                <c:pt idx="5">
                  <c:v>0.38718291054739651</c:v>
                </c:pt>
                <c:pt idx="6">
                  <c:v>0.11882510013351134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8-48FE-A6E7-2924436B448E}"/>
            </c:ext>
          </c:extLst>
        </c:ser>
        <c:ser>
          <c:idx val="1"/>
          <c:order val="1"/>
          <c:tx>
            <c:strRef>
              <c:f>Sheet2!$J$105</c:f>
              <c:strCache>
                <c:ptCount val="1"/>
                <c:pt idx="0">
                  <c:v>30E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strRef>
              <c:f>Sheet2!$H$106:$H$112</c:f>
              <c:strCache>
                <c:ptCount val="7"/>
                <c:pt idx="0">
                  <c:v>U.S.</c:v>
                </c:pt>
                <c:pt idx="1">
                  <c:v>EUR</c:v>
                </c:pt>
                <c:pt idx="2">
                  <c:v>CN</c:v>
                </c:pt>
                <c:pt idx="3">
                  <c:v>KR</c:v>
                </c:pt>
                <c:pt idx="4">
                  <c:v>BR</c:v>
                </c:pt>
                <c:pt idx="5">
                  <c:v>TH</c:v>
                </c:pt>
                <c:pt idx="6">
                  <c:v>JP</c:v>
                </c:pt>
              </c:strCache>
            </c:strRef>
          </c:cat>
          <c:val>
            <c:numRef>
              <c:f>Sheet2!$J$106:$J$112</c:f>
              <c:numCache>
                <c:formatCode>0.0%</c:formatCode>
                <c:ptCount val="7"/>
                <c:pt idx="0">
                  <c:v>0.39652870493991993</c:v>
                </c:pt>
                <c:pt idx="1">
                  <c:v>0.19092122830440586</c:v>
                </c:pt>
                <c:pt idx="2">
                  <c:v>0.26568758344459276</c:v>
                </c:pt>
                <c:pt idx="3">
                  <c:v>0.48731642189586111</c:v>
                </c:pt>
                <c:pt idx="4">
                  <c:v>0.15620827770360479</c:v>
                </c:pt>
                <c:pt idx="5">
                  <c:v>0.64886515353805074</c:v>
                </c:pt>
                <c:pt idx="6">
                  <c:v>0.14285714285714285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68-48FE-A6E7-2924436B4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4123408"/>
        <c:axId val="2084116688"/>
      </c:barChart>
      <c:catAx>
        <c:axId val="208412340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84116688"/>
        <c:crosses val="autoZero"/>
        <c:auto val="1"/>
        <c:lblAlgn val="ctr"/>
        <c:lblOffset val="100"/>
        <c:noMultiLvlLbl val="0"/>
      </c:catAx>
      <c:valAx>
        <c:axId val="2084116688"/>
        <c:scaling>
          <c:orientation val="minMax"/>
          <c:max val="0.8"/>
        </c:scaling>
        <c:delete val="0"/>
        <c:axPos val="l"/>
        <c:numFmt formatCode="0%" sourceLinked="0"/>
        <c:majorTickMark val="in"/>
        <c:minorTickMark val="none"/>
        <c:tickLblPos val="nextTo"/>
        <c:spPr>
          <a:noFill/>
          <a:ln w="3175">
            <a:solidFill>
              <a:srgbClr val="20386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84123408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360365395926829"/>
          <c:y val="0.14135850166437175"/>
          <c:w val="0.43279204214207023"/>
          <c:h val="0.11322326644653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678302014598156"/>
          <c:y val="0.12973533368176637"/>
          <c:w val="0.490850876120552"/>
          <c:h val="0.84852929836436375"/>
        </c:manualLayout>
      </c:layout>
      <c:pieChart>
        <c:varyColors val="1"/>
        <c:ser>
          <c:idx val="0"/>
          <c:order val="0"/>
          <c:spPr>
            <a:ln w="0">
              <a:noFill/>
            </a:ln>
          </c:spPr>
          <c:explosion val="1"/>
          <c:dPt>
            <c:idx val="0"/>
            <c:bubble3D val="0"/>
            <c:spPr>
              <a:solidFill>
                <a:srgbClr val="203864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83-4939-B090-77040D0BEB10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83-4939-B090-77040D0BEB10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083-4939-B090-77040D0BEB10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083-4939-B090-77040D0BEB10}"/>
              </c:ext>
            </c:extLst>
          </c:dPt>
          <c:dPt>
            <c:idx val="4"/>
            <c:bubble3D val="0"/>
            <c:spPr>
              <a:solidFill>
                <a:srgbClr val="B4C7E7"/>
              </a:solidFill>
              <a:ln w="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083-4939-B090-77040D0BEB1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083-4939-B090-77040D0BEB10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083-4939-B090-77040D0BEB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Sheet1!$P$61:$P$65</c:f>
              <c:strCache>
                <c:ptCount val="5"/>
                <c:pt idx="0">
                  <c:v>Laser-based</c:v>
                </c:pt>
                <c:pt idx="1">
                  <c:v>Light-based</c:v>
                </c:pt>
                <c:pt idx="2">
                  <c:v>RF-based</c:v>
                </c:pt>
                <c:pt idx="3">
                  <c:v>Ultrabased</c:v>
                </c:pt>
                <c:pt idx="4">
                  <c:v>etc</c:v>
                </c:pt>
              </c:strCache>
            </c:strRef>
          </c:cat>
          <c:val>
            <c:numRef>
              <c:f>Sheet1!$Q$61:$Q$65</c:f>
              <c:numCache>
                <c:formatCode>0%</c:formatCode>
                <c:ptCount val="5"/>
                <c:pt idx="0">
                  <c:v>0.41</c:v>
                </c:pt>
                <c:pt idx="1">
                  <c:v>0.21</c:v>
                </c:pt>
                <c:pt idx="2">
                  <c:v>0.2</c:v>
                </c:pt>
                <c:pt idx="3">
                  <c:v>0.11</c:v>
                </c:pt>
                <c:pt idx="4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83-4939-B090-77040D0BEB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518667331921319"/>
          <c:y val="5.2156429303790771E-3"/>
          <c:w val="0.78962600664678007"/>
          <c:h val="0.122508921996261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Sheet2!$B$2</c:f>
              <c:strCache>
                <c:ptCount val="1"/>
                <c:pt idx="0">
                  <c:v>수정가 기준가</c:v>
                </c:pt>
              </c:strCache>
            </c:strRef>
          </c:tx>
          <c:spPr>
            <a:ln w="2857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Sheet2!$A$3:$A$89</c:f>
              <c:numCache>
                <c:formatCode>m/d/yyyy</c:formatCode>
                <c:ptCount val="87"/>
                <c:pt idx="0">
                  <c:v>43131</c:v>
                </c:pt>
                <c:pt idx="1">
                  <c:v>43159</c:v>
                </c:pt>
                <c:pt idx="2">
                  <c:v>43189</c:v>
                </c:pt>
                <c:pt idx="3">
                  <c:v>43220</c:v>
                </c:pt>
                <c:pt idx="4">
                  <c:v>43251</c:v>
                </c:pt>
                <c:pt idx="5">
                  <c:v>43280</c:v>
                </c:pt>
                <c:pt idx="6">
                  <c:v>43312</c:v>
                </c:pt>
                <c:pt idx="7">
                  <c:v>43343</c:v>
                </c:pt>
                <c:pt idx="8">
                  <c:v>43371</c:v>
                </c:pt>
                <c:pt idx="9">
                  <c:v>43404</c:v>
                </c:pt>
                <c:pt idx="10">
                  <c:v>43434</c:v>
                </c:pt>
                <c:pt idx="11">
                  <c:v>43462</c:v>
                </c:pt>
                <c:pt idx="12">
                  <c:v>43496</c:v>
                </c:pt>
                <c:pt idx="13">
                  <c:v>43524</c:v>
                </c:pt>
                <c:pt idx="14">
                  <c:v>43553</c:v>
                </c:pt>
                <c:pt idx="15">
                  <c:v>43585</c:v>
                </c:pt>
                <c:pt idx="16">
                  <c:v>43616</c:v>
                </c:pt>
                <c:pt idx="17">
                  <c:v>43644</c:v>
                </c:pt>
                <c:pt idx="18">
                  <c:v>43677</c:v>
                </c:pt>
                <c:pt idx="19">
                  <c:v>43707</c:v>
                </c:pt>
                <c:pt idx="20">
                  <c:v>43738</c:v>
                </c:pt>
                <c:pt idx="21">
                  <c:v>43769</c:v>
                </c:pt>
                <c:pt idx="22">
                  <c:v>43798</c:v>
                </c:pt>
                <c:pt idx="23">
                  <c:v>43829</c:v>
                </c:pt>
                <c:pt idx="24">
                  <c:v>43861</c:v>
                </c:pt>
                <c:pt idx="25">
                  <c:v>43889</c:v>
                </c:pt>
                <c:pt idx="26">
                  <c:v>43921</c:v>
                </c:pt>
                <c:pt idx="27">
                  <c:v>43950</c:v>
                </c:pt>
                <c:pt idx="28">
                  <c:v>43980</c:v>
                </c:pt>
                <c:pt idx="29">
                  <c:v>44012</c:v>
                </c:pt>
                <c:pt idx="30">
                  <c:v>44043</c:v>
                </c:pt>
                <c:pt idx="31">
                  <c:v>44074</c:v>
                </c:pt>
                <c:pt idx="32">
                  <c:v>44103</c:v>
                </c:pt>
                <c:pt idx="33">
                  <c:v>44134</c:v>
                </c:pt>
                <c:pt idx="34">
                  <c:v>44165</c:v>
                </c:pt>
                <c:pt idx="35">
                  <c:v>44195</c:v>
                </c:pt>
                <c:pt idx="36">
                  <c:v>44225</c:v>
                </c:pt>
                <c:pt idx="37">
                  <c:v>44253</c:v>
                </c:pt>
                <c:pt idx="38">
                  <c:v>44286</c:v>
                </c:pt>
                <c:pt idx="39">
                  <c:v>44316</c:v>
                </c:pt>
                <c:pt idx="40">
                  <c:v>44347</c:v>
                </c:pt>
                <c:pt idx="41">
                  <c:v>44377</c:v>
                </c:pt>
                <c:pt idx="42">
                  <c:v>44407</c:v>
                </c:pt>
                <c:pt idx="43">
                  <c:v>44439</c:v>
                </c:pt>
                <c:pt idx="44">
                  <c:v>44469</c:v>
                </c:pt>
                <c:pt idx="45">
                  <c:v>44498</c:v>
                </c:pt>
                <c:pt idx="46">
                  <c:v>44530</c:v>
                </c:pt>
                <c:pt idx="47">
                  <c:v>44560</c:v>
                </c:pt>
                <c:pt idx="48">
                  <c:v>44589</c:v>
                </c:pt>
                <c:pt idx="49">
                  <c:v>44620</c:v>
                </c:pt>
                <c:pt idx="50">
                  <c:v>44651</c:v>
                </c:pt>
                <c:pt idx="51">
                  <c:v>44680</c:v>
                </c:pt>
                <c:pt idx="52">
                  <c:v>44712</c:v>
                </c:pt>
                <c:pt idx="53">
                  <c:v>44742</c:v>
                </c:pt>
                <c:pt idx="54">
                  <c:v>44771</c:v>
                </c:pt>
                <c:pt idx="55">
                  <c:v>44804</c:v>
                </c:pt>
                <c:pt idx="56">
                  <c:v>44834</c:v>
                </c:pt>
                <c:pt idx="57">
                  <c:v>44865</c:v>
                </c:pt>
                <c:pt idx="58">
                  <c:v>44895</c:v>
                </c:pt>
                <c:pt idx="59">
                  <c:v>44924</c:v>
                </c:pt>
                <c:pt idx="60">
                  <c:v>44957</c:v>
                </c:pt>
                <c:pt idx="61">
                  <c:v>44985</c:v>
                </c:pt>
                <c:pt idx="62">
                  <c:v>45016</c:v>
                </c:pt>
                <c:pt idx="63">
                  <c:v>45044</c:v>
                </c:pt>
                <c:pt idx="64">
                  <c:v>45077</c:v>
                </c:pt>
                <c:pt idx="65">
                  <c:v>45107</c:v>
                </c:pt>
                <c:pt idx="66">
                  <c:v>45138</c:v>
                </c:pt>
                <c:pt idx="67">
                  <c:v>45169</c:v>
                </c:pt>
                <c:pt idx="68">
                  <c:v>45196</c:v>
                </c:pt>
                <c:pt idx="69">
                  <c:v>45230</c:v>
                </c:pt>
                <c:pt idx="70">
                  <c:v>45260</c:v>
                </c:pt>
                <c:pt idx="71">
                  <c:v>45288</c:v>
                </c:pt>
                <c:pt idx="72">
                  <c:v>45322</c:v>
                </c:pt>
                <c:pt idx="73">
                  <c:v>45351</c:v>
                </c:pt>
                <c:pt idx="74">
                  <c:v>45380</c:v>
                </c:pt>
                <c:pt idx="75">
                  <c:v>45412</c:v>
                </c:pt>
                <c:pt idx="76">
                  <c:v>45443</c:v>
                </c:pt>
                <c:pt idx="77">
                  <c:v>45471</c:v>
                </c:pt>
                <c:pt idx="78">
                  <c:v>45504</c:v>
                </c:pt>
                <c:pt idx="79">
                  <c:v>45534</c:v>
                </c:pt>
                <c:pt idx="80">
                  <c:v>45565</c:v>
                </c:pt>
                <c:pt idx="81">
                  <c:v>45596</c:v>
                </c:pt>
                <c:pt idx="82">
                  <c:v>45625</c:v>
                </c:pt>
                <c:pt idx="83">
                  <c:v>45656</c:v>
                </c:pt>
                <c:pt idx="84">
                  <c:v>45688</c:v>
                </c:pt>
                <c:pt idx="85">
                  <c:v>45716</c:v>
                </c:pt>
                <c:pt idx="86">
                  <c:v>45737</c:v>
                </c:pt>
              </c:numCache>
            </c:numRef>
          </c:cat>
          <c:val>
            <c:numRef>
              <c:f>Sheet2!$B$3:$B$89</c:f>
              <c:numCache>
                <c:formatCode>General</c:formatCode>
                <c:ptCount val="87"/>
                <c:pt idx="0">
                  <c:v>6680</c:v>
                </c:pt>
                <c:pt idx="1">
                  <c:v>5630</c:v>
                </c:pt>
                <c:pt idx="2">
                  <c:v>6300</c:v>
                </c:pt>
                <c:pt idx="3">
                  <c:v>6790</c:v>
                </c:pt>
                <c:pt idx="4">
                  <c:v>4800</c:v>
                </c:pt>
                <c:pt idx="5">
                  <c:v>4390</c:v>
                </c:pt>
                <c:pt idx="6">
                  <c:v>5170</c:v>
                </c:pt>
                <c:pt idx="7">
                  <c:v>5940</c:v>
                </c:pt>
                <c:pt idx="8">
                  <c:v>5280</c:v>
                </c:pt>
                <c:pt idx="9">
                  <c:v>3930</c:v>
                </c:pt>
                <c:pt idx="10">
                  <c:v>4795</c:v>
                </c:pt>
                <c:pt idx="11">
                  <c:v>3990</c:v>
                </c:pt>
                <c:pt idx="12">
                  <c:v>4530</c:v>
                </c:pt>
                <c:pt idx="13">
                  <c:v>5810</c:v>
                </c:pt>
                <c:pt idx="14">
                  <c:v>5710</c:v>
                </c:pt>
                <c:pt idx="15">
                  <c:v>8970</c:v>
                </c:pt>
                <c:pt idx="16">
                  <c:v>11850</c:v>
                </c:pt>
                <c:pt idx="17">
                  <c:v>12850</c:v>
                </c:pt>
                <c:pt idx="18">
                  <c:v>15200</c:v>
                </c:pt>
                <c:pt idx="19">
                  <c:v>12850</c:v>
                </c:pt>
                <c:pt idx="20">
                  <c:v>14100</c:v>
                </c:pt>
                <c:pt idx="21">
                  <c:v>14550</c:v>
                </c:pt>
                <c:pt idx="22">
                  <c:v>14950</c:v>
                </c:pt>
                <c:pt idx="23">
                  <c:v>14300</c:v>
                </c:pt>
                <c:pt idx="24">
                  <c:v>12250</c:v>
                </c:pt>
                <c:pt idx="25">
                  <c:v>11750</c:v>
                </c:pt>
                <c:pt idx="26">
                  <c:v>9190</c:v>
                </c:pt>
                <c:pt idx="27">
                  <c:v>11600</c:v>
                </c:pt>
                <c:pt idx="28">
                  <c:v>15400</c:v>
                </c:pt>
                <c:pt idx="29">
                  <c:v>14250</c:v>
                </c:pt>
                <c:pt idx="30">
                  <c:v>13900</c:v>
                </c:pt>
                <c:pt idx="31">
                  <c:v>13000</c:v>
                </c:pt>
                <c:pt idx="32">
                  <c:v>12500</c:v>
                </c:pt>
                <c:pt idx="33">
                  <c:v>15000</c:v>
                </c:pt>
                <c:pt idx="34">
                  <c:v>15550</c:v>
                </c:pt>
                <c:pt idx="35">
                  <c:v>15600</c:v>
                </c:pt>
                <c:pt idx="36">
                  <c:v>16150</c:v>
                </c:pt>
                <c:pt idx="37">
                  <c:v>14800</c:v>
                </c:pt>
                <c:pt idx="38">
                  <c:v>14200</c:v>
                </c:pt>
                <c:pt idx="39">
                  <c:v>14450</c:v>
                </c:pt>
                <c:pt idx="40">
                  <c:v>15350</c:v>
                </c:pt>
                <c:pt idx="41">
                  <c:v>18150</c:v>
                </c:pt>
                <c:pt idx="42">
                  <c:v>22100</c:v>
                </c:pt>
                <c:pt idx="43">
                  <c:v>23350</c:v>
                </c:pt>
                <c:pt idx="44">
                  <c:v>20250</c:v>
                </c:pt>
                <c:pt idx="45">
                  <c:v>22750</c:v>
                </c:pt>
                <c:pt idx="46">
                  <c:v>17400</c:v>
                </c:pt>
                <c:pt idx="47">
                  <c:v>19100</c:v>
                </c:pt>
                <c:pt idx="48">
                  <c:v>15100</c:v>
                </c:pt>
                <c:pt idx="49">
                  <c:v>18750</c:v>
                </c:pt>
                <c:pt idx="50">
                  <c:v>21900</c:v>
                </c:pt>
                <c:pt idx="51">
                  <c:v>20550</c:v>
                </c:pt>
                <c:pt idx="52">
                  <c:v>17450</c:v>
                </c:pt>
                <c:pt idx="53">
                  <c:v>14650</c:v>
                </c:pt>
                <c:pt idx="54">
                  <c:v>15850</c:v>
                </c:pt>
                <c:pt idx="55">
                  <c:v>14100</c:v>
                </c:pt>
                <c:pt idx="56">
                  <c:v>13850</c:v>
                </c:pt>
                <c:pt idx="57">
                  <c:v>15200</c:v>
                </c:pt>
                <c:pt idx="58">
                  <c:v>18950</c:v>
                </c:pt>
                <c:pt idx="59">
                  <c:v>18950</c:v>
                </c:pt>
                <c:pt idx="60">
                  <c:v>18710</c:v>
                </c:pt>
                <c:pt idx="61">
                  <c:v>19260</c:v>
                </c:pt>
                <c:pt idx="62">
                  <c:v>21800</c:v>
                </c:pt>
                <c:pt idx="63">
                  <c:v>22650</c:v>
                </c:pt>
                <c:pt idx="64">
                  <c:v>25500</c:v>
                </c:pt>
                <c:pt idx="65">
                  <c:v>31900</c:v>
                </c:pt>
                <c:pt idx="66">
                  <c:v>29900</c:v>
                </c:pt>
                <c:pt idx="67">
                  <c:v>35650</c:v>
                </c:pt>
                <c:pt idx="68">
                  <c:v>37200</c:v>
                </c:pt>
                <c:pt idx="69">
                  <c:v>32750</c:v>
                </c:pt>
                <c:pt idx="70">
                  <c:v>39500</c:v>
                </c:pt>
                <c:pt idx="71">
                  <c:v>37550</c:v>
                </c:pt>
                <c:pt idx="72">
                  <c:v>31200</c:v>
                </c:pt>
                <c:pt idx="73">
                  <c:v>32450</c:v>
                </c:pt>
                <c:pt idx="74">
                  <c:v>35500</c:v>
                </c:pt>
                <c:pt idx="75">
                  <c:v>37850</c:v>
                </c:pt>
                <c:pt idx="76">
                  <c:v>48000</c:v>
                </c:pt>
                <c:pt idx="77">
                  <c:v>51400</c:v>
                </c:pt>
                <c:pt idx="78">
                  <c:v>50000</c:v>
                </c:pt>
                <c:pt idx="79">
                  <c:v>50900</c:v>
                </c:pt>
                <c:pt idx="80">
                  <c:v>56000</c:v>
                </c:pt>
                <c:pt idx="81">
                  <c:v>51700</c:v>
                </c:pt>
                <c:pt idx="82">
                  <c:v>49400</c:v>
                </c:pt>
                <c:pt idx="83">
                  <c:v>48350</c:v>
                </c:pt>
                <c:pt idx="84">
                  <c:v>53600</c:v>
                </c:pt>
                <c:pt idx="85">
                  <c:v>69100</c:v>
                </c:pt>
                <c:pt idx="86">
                  <c:v>58400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A7-442D-AB50-2438BE2383BE}"/>
            </c:ext>
          </c:extLst>
        </c:ser>
        <c:ser>
          <c:idx val="1"/>
          <c:order val="1"/>
          <c:tx>
            <c:strRef>
              <c:f>Sheet2!$D$2</c:f>
              <c:strCache>
                <c:ptCount val="1"/>
                <c:pt idx="0">
                  <c:v>PER10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numRef>
              <c:f>Sheet2!$A$3:$A$89</c:f>
              <c:numCache>
                <c:formatCode>m/d/yyyy</c:formatCode>
                <c:ptCount val="87"/>
                <c:pt idx="0">
                  <c:v>43131</c:v>
                </c:pt>
                <c:pt idx="1">
                  <c:v>43159</c:v>
                </c:pt>
                <c:pt idx="2">
                  <c:v>43189</c:v>
                </c:pt>
                <c:pt idx="3">
                  <c:v>43220</c:v>
                </c:pt>
                <c:pt idx="4">
                  <c:v>43251</c:v>
                </c:pt>
                <c:pt idx="5">
                  <c:v>43280</c:v>
                </c:pt>
                <c:pt idx="6">
                  <c:v>43312</c:v>
                </c:pt>
                <c:pt idx="7">
                  <c:v>43343</c:v>
                </c:pt>
                <c:pt idx="8">
                  <c:v>43371</c:v>
                </c:pt>
                <c:pt idx="9">
                  <c:v>43404</c:v>
                </c:pt>
                <c:pt idx="10">
                  <c:v>43434</c:v>
                </c:pt>
                <c:pt idx="11">
                  <c:v>43462</c:v>
                </c:pt>
                <c:pt idx="12">
                  <c:v>43496</c:v>
                </c:pt>
                <c:pt idx="13">
                  <c:v>43524</c:v>
                </c:pt>
                <c:pt idx="14">
                  <c:v>43553</c:v>
                </c:pt>
                <c:pt idx="15">
                  <c:v>43585</c:v>
                </c:pt>
                <c:pt idx="16">
                  <c:v>43616</c:v>
                </c:pt>
                <c:pt idx="17">
                  <c:v>43644</c:v>
                </c:pt>
                <c:pt idx="18">
                  <c:v>43677</c:v>
                </c:pt>
                <c:pt idx="19">
                  <c:v>43707</c:v>
                </c:pt>
                <c:pt idx="20">
                  <c:v>43738</c:v>
                </c:pt>
                <c:pt idx="21">
                  <c:v>43769</c:v>
                </c:pt>
                <c:pt idx="22">
                  <c:v>43798</c:v>
                </c:pt>
                <c:pt idx="23">
                  <c:v>43829</c:v>
                </c:pt>
                <c:pt idx="24">
                  <c:v>43861</c:v>
                </c:pt>
                <c:pt idx="25">
                  <c:v>43889</c:v>
                </c:pt>
                <c:pt idx="26">
                  <c:v>43921</c:v>
                </c:pt>
                <c:pt idx="27">
                  <c:v>43950</c:v>
                </c:pt>
                <c:pt idx="28">
                  <c:v>43980</c:v>
                </c:pt>
                <c:pt idx="29">
                  <c:v>44012</c:v>
                </c:pt>
                <c:pt idx="30">
                  <c:v>44043</c:v>
                </c:pt>
                <c:pt idx="31">
                  <c:v>44074</c:v>
                </c:pt>
                <c:pt idx="32">
                  <c:v>44103</c:v>
                </c:pt>
                <c:pt idx="33">
                  <c:v>44134</c:v>
                </c:pt>
                <c:pt idx="34">
                  <c:v>44165</c:v>
                </c:pt>
                <c:pt idx="35">
                  <c:v>44195</c:v>
                </c:pt>
                <c:pt idx="36">
                  <c:v>44225</c:v>
                </c:pt>
                <c:pt idx="37">
                  <c:v>44253</c:v>
                </c:pt>
                <c:pt idx="38">
                  <c:v>44286</c:v>
                </c:pt>
                <c:pt idx="39">
                  <c:v>44316</c:v>
                </c:pt>
                <c:pt idx="40">
                  <c:v>44347</c:v>
                </c:pt>
                <c:pt idx="41">
                  <c:v>44377</c:v>
                </c:pt>
                <c:pt idx="42">
                  <c:v>44407</c:v>
                </c:pt>
                <c:pt idx="43">
                  <c:v>44439</c:v>
                </c:pt>
                <c:pt idx="44">
                  <c:v>44469</c:v>
                </c:pt>
                <c:pt idx="45">
                  <c:v>44498</c:v>
                </c:pt>
                <c:pt idx="46">
                  <c:v>44530</c:v>
                </c:pt>
                <c:pt idx="47">
                  <c:v>44560</c:v>
                </c:pt>
                <c:pt idx="48">
                  <c:v>44589</c:v>
                </c:pt>
                <c:pt idx="49">
                  <c:v>44620</c:v>
                </c:pt>
                <c:pt idx="50">
                  <c:v>44651</c:v>
                </c:pt>
                <c:pt idx="51">
                  <c:v>44680</c:v>
                </c:pt>
                <c:pt idx="52">
                  <c:v>44712</c:v>
                </c:pt>
                <c:pt idx="53">
                  <c:v>44742</c:v>
                </c:pt>
                <c:pt idx="54">
                  <c:v>44771</c:v>
                </c:pt>
                <c:pt idx="55">
                  <c:v>44804</c:v>
                </c:pt>
                <c:pt idx="56">
                  <c:v>44834</c:v>
                </c:pt>
                <c:pt idx="57">
                  <c:v>44865</c:v>
                </c:pt>
                <c:pt idx="58">
                  <c:v>44895</c:v>
                </c:pt>
                <c:pt idx="59">
                  <c:v>44924</c:v>
                </c:pt>
                <c:pt idx="60">
                  <c:v>44957</c:v>
                </c:pt>
                <c:pt idx="61">
                  <c:v>44985</c:v>
                </c:pt>
                <c:pt idx="62">
                  <c:v>45016</c:v>
                </c:pt>
                <c:pt idx="63">
                  <c:v>45044</c:v>
                </c:pt>
                <c:pt idx="64">
                  <c:v>45077</c:v>
                </c:pt>
                <c:pt idx="65">
                  <c:v>45107</c:v>
                </c:pt>
                <c:pt idx="66">
                  <c:v>45138</c:v>
                </c:pt>
                <c:pt idx="67">
                  <c:v>45169</c:v>
                </c:pt>
                <c:pt idx="68">
                  <c:v>45196</c:v>
                </c:pt>
                <c:pt idx="69">
                  <c:v>45230</c:v>
                </c:pt>
                <c:pt idx="70">
                  <c:v>45260</c:v>
                </c:pt>
                <c:pt idx="71">
                  <c:v>45288</c:v>
                </c:pt>
                <c:pt idx="72">
                  <c:v>45322</c:v>
                </c:pt>
                <c:pt idx="73">
                  <c:v>45351</c:v>
                </c:pt>
                <c:pt idx="74">
                  <c:v>45380</c:v>
                </c:pt>
                <c:pt idx="75">
                  <c:v>45412</c:v>
                </c:pt>
                <c:pt idx="76">
                  <c:v>45443</c:v>
                </c:pt>
                <c:pt idx="77">
                  <c:v>45471</c:v>
                </c:pt>
                <c:pt idx="78">
                  <c:v>45504</c:v>
                </c:pt>
                <c:pt idx="79">
                  <c:v>45534</c:v>
                </c:pt>
                <c:pt idx="80">
                  <c:v>45565</c:v>
                </c:pt>
                <c:pt idx="81">
                  <c:v>45596</c:v>
                </c:pt>
                <c:pt idx="82">
                  <c:v>45625</c:v>
                </c:pt>
                <c:pt idx="83">
                  <c:v>45656</c:v>
                </c:pt>
                <c:pt idx="84">
                  <c:v>45688</c:v>
                </c:pt>
                <c:pt idx="85">
                  <c:v>45716</c:v>
                </c:pt>
                <c:pt idx="86">
                  <c:v>45737</c:v>
                </c:pt>
              </c:numCache>
            </c:numRef>
          </c:cat>
          <c:val>
            <c:numRef>
              <c:f>Sheet2!$D$3:$D$89</c:f>
              <c:numCache>
                <c:formatCode>#,##0_);\(#,##0\)</c:formatCode>
                <c:ptCount val="87"/>
                <c:pt idx="0">
                  <c:v>2105.6287425149703</c:v>
                </c:pt>
                <c:pt idx="1">
                  <c:v>2097.7425776718815</c:v>
                </c:pt>
                <c:pt idx="2">
                  <c:v>2089.8564128287926</c:v>
                </c:pt>
                <c:pt idx="3">
                  <c:v>2081.9702479857042</c:v>
                </c:pt>
                <c:pt idx="4">
                  <c:v>2074.0840831426153</c:v>
                </c:pt>
                <c:pt idx="5">
                  <c:v>2066.1979182995265</c:v>
                </c:pt>
                <c:pt idx="6">
                  <c:v>2058.3117534564376</c:v>
                </c:pt>
                <c:pt idx="7">
                  <c:v>2050.4255886133487</c:v>
                </c:pt>
                <c:pt idx="8">
                  <c:v>2042.5394237702603</c:v>
                </c:pt>
                <c:pt idx="9">
                  <c:v>2034.6532589271715</c:v>
                </c:pt>
                <c:pt idx="10">
                  <c:v>2026.7670940840826</c:v>
                </c:pt>
                <c:pt idx="11">
                  <c:v>2018.880929240994</c:v>
                </c:pt>
                <c:pt idx="12">
                  <c:v>2010.9947643979056</c:v>
                </c:pt>
                <c:pt idx="13">
                  <c:v>2035.0785340314133</c:v>
                </c:pt>
                <c:pt idx="14">
                  <c:v>2059.1623036649212</c:v>
                </c:pt>
                <c:pt idx="15">
                  <c:v>2083.2460732984287</c:v>
                </c:pt>
                <c:pt idx="16">
                  <c:v>2107.3298429319366</c:v>
                </c:pt>
                <c:pt idx="17">
                  <c:v>2131.4136125654441</c:v>
                </c:pt>
                <c:pt idx="18">
                  <c:v>2155.497382198952</c:v>
                </c:pt>
                <c:pt idx="19">
                  <c:v>2179.5811518324599</c:v>
                </c:pt>
                <c:pt idx="20">
                  <c:v>2203.6649214659674</c:v>
                </c:pt>
                <c:pt idx="21">
                  <c:v>2227.7486910994753</c:v>
                </c:pt>
                <c:pt idx="22">
                  <c:v>2251.8324607329832</c:v>
                </c:pt>
                <c:pt idx="23">
                  <c:v>2275.9162303664907</c:v>
                </c:pt>
                <c:pt idx="24">
                  <c:v>2300</c:v>
                </c:pt>
                <c:pt idx="25">
                  <c:v>2538.3333333333335</c:v>
                </c:pt>
                <c:pt idx="26">
                  <c:v>2776.666666666667</c:v>
                </c:pt>
                <c:pt idx="27">
                  <c:v>3015</c:v>
                </c:pt>
                <c:pt idx="28">
                  <c:v>3253.333333333333</c:v>
                </c:pt>
                <c:pt idx="29">
                  <c:v>3491.6666666666661</c:v>
                </c:pt>
                <c:pt idx="30">
                  <c:v>3729.9999999999995</c:v>
                </c:pt>
                <c:pt idx="31">
                  <c:v>3968.3333333333326</c:v>
                </c:pt>
                <c:pt idx="32">
                  <c:v>4206.6666666666661</c:v>
                </c:pt>
                <c:pt idx="33">
                  <c:v>4444.9999999999991</c:v>
                </c:pt>
                <c:pt idx="34">
                  <c:v>4683.3333333333321</c:v>
                </c:pt>
                <c:pt idx="35">
                  <c:v>4921.6666666666652</c:v>
                </c:pt>
                <c:pt idx="36">
                  <c:v>5160</c:v>
                </c:pt>
                <c:pt idx="37">
                  <c:v>5700</c:v>
                </c:pt>
                <c:pt idx="38">
                  <c:v>6240</c:v>
                </c:pt>
                <c:pt idx="39">
                  <c:v>6780</c:v>
                </c:pt>
                <c:pt idx="40">
                  <c:v>7320</c:v>
                </c:pt>
                <c:pt idx="41">
                  <c:v>7860</c:v>
                </c:pt>
                <c:pt idx="42">
                  <c:v>8400</c:v>
                </c:pt>
                <c:pt idx="43">
                  <c:v>8940</c:v>
                </c:pt>
                <c:pt idx="44">
                  <c:v>9480</c:v>
                </c:pt>
                <c:pt idx="45">
                  <c:v>10020</c:v>
                </c:pt>
                <c:pt idx="46">
                  <c:v>10560</c:v>
                </c:pt>
                <c:pt idx="47">
                  <c:v>11100</c:v>
                </c:pt>
                <c:pt idx="48">
                  <c:v>11640</c:v>
                </c:pt>
                <c:pt idx="49">
                  <c:v>11632.5</c:v>
                </c:pt>
                <c:pt idx="50">
                  <c:v>11625</c:v>
                </c:pt>
                <c:pt idx="51">
                  <c:v>11617.5</c:v>
                </c:pt>
                <c:pt idx="52">
                  <c:v>11610</c:v>
                </c:pt>
                <c:pt idx="53">
                  <c:v>11602.5</c:v>
                </c:pt>
                <c:pt idx="54">
                  <c:v>11595</c:v>
                </c:pt>
                <c:pt idx="55">
                  <c:v>11587.5</c:v>
                </c:pt>
                <c:pt idx="56">
                  <c:v>11580</c:v>
                </c:pt>
                <c:pt idx="57">
                  <c:v>11572.5</c:v>
                </c:pt>
                <c:pt idx="58">
                  <c:v>11565</c:v>
                </c:pt>
                <c:pt idx="59">
                  <c:v>11557.5</c:v>
                </c:pt>
                <c:pt idx="60">
                  <c:v>11550</c:v>
                </c:pt>
                <c:pt idx="61">
                  <c:v>11845</c:v>
                </c:pt>
                <c:pt idx="62">
                  <c:v>12140</c:v>
                </c:pt>
                <c:pt idx="63">
                  <c:v>12435</c:v>
                </c:pt>
                <c:pt idx="64">
                  <c:v>12730</c:v>
                </c:pt>
                <c:pt idx="65">
                  <c:v>13025</c:v>
                </c:pt>
                <c:pt idx="66">
                  <c:v>13320</c:v>
                </c:pt>
                <c:pt idx="67">
                  <c:v>13615</c:v>
                </c:pt>
                <c:pt idx="68">
                  <c:v>13910</c:v>
                </c:pt>
                <c:pt idx="69">
                  <c:v>14205</c:v>
                </c:pt>
                <c:pt idx="70">
                  <c:v>14500</c:v>
                </c:pt>
                <c:pt idx="71">
                  <c:v>14795</c:v>
                </c:pt>
                <c:pt idx="72">
                  <c:v>15090</c:v>
                </c:pt>
                <c:pt idx="73">
                  <c:v>15096.666666666668</c:v>
                </c:pt>
                <c:pt idx="74">
                  <c:v>15103.333333333336</c:v>
                </c:pt>
                <c:pt idx="75">
                  <c:v>15110.000000000002</c:v>
                </c:pt>
                <c:pt idx="76">
                  <c:v>15116.66666666667</c:v>
                </c:pt>
                <c:pt idx="77">
                  <c:v>15123.333333333338</c:v>
                </c:pt>
                <c:pt idx="78">
                  <c:v>15130.000000000004</c:v>
                </c:pt>
                <c:pt idx="79">
                  <c:v>15136.666666666672</c:v>
                </c:pt>
                <c:pt idx="80">
                  <c:v>15143.333333333339</c:v>
                </c:pt>
                <c:pt idx="81">
                  <c:v>15150.000000000007</c:v>
                </c:pt>
                <c:pt idx="82">
                  <c:v>15156.666666666675</c:v>
                </c:pt>
                <c:pt idx="83">
                  <c:v>15163.333333333341</c:v>
                </c:pt>
                <c:pt idx="84">
                  <c:v>15170</c:v>
                </c:pt>
                <c:pt idx="85">
                  <c:v>15180</c:v>
                </c:pt>
                <c:pt idx="86">
                  <c:v>15190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A7-442D-AB50-2438BE2383BE}"/>
            </c:ext>
          </c:extLst>
        </c:ser>
        <c:ser>
          <c:idx val="2"/>
          <c:order val="2"/>
          <c:tx>
            <c:strRef>
              <c:f>Sheet2!$E$2</c:f>
              <c:strCache>
                <c:ptCount val="1"/>
                <c:pt idx="0">
                  <c:v>PER20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numRef>
              <c:f>Sheet2!$A$3:$A$89</c:f>
              <c:numCache>
                <c:formatCode>m/d/yyyy</c:formatCode>
                <c:ptCount val="87"/>
                <c:pt idx="0">
                  <c:v>43131</c:v>
                </c:pt>
                <c:pt idx="1">
                  <c:v>43159</c:v>
                </c:pt>
                <c:pt idx="2">
                  <c:v>43189</c:v>
                </c:pt>
                <c:pt idx="3">
                  <c:v>43220</c:v>
                </c:pt>
                <c:pt idx="4">
                  <c:v>43251</c:v>
                </c:pt>
                <c:pt idx="5">
                  <c:v>43280</c:v>
                </c:pt>
                <c:pt idx="6">
                  <c:v>43312</c:v>
                </c:pt>
                <c:pt idx="7">
                  <c:v>43343</c:v>
                </c:pt>
                <c:pt idx="8">
                  <c:v>43371</c:v>
                </c:pt>
                <c:pt idx="9">
                  <c:v>43404</c:v>
                </c:pt>
                <c:pt idx="10">
                  <c:v>43434</c:v>
                </c:pt>
                <c:pt idx="11">
                  <c:v>43462</c:v>
                </c:pt>
                <c:pt idx="12">
                  <c:v>43496</c:v>
                </c:pt>
                <c:pt idx="13">
                  <c:v>43524</c:v>
                </c:pt>
                <c:pt idx="14">
                  <c:v>43553</c:v>
                </c:pt>
                <c:pt idx="15">
                  <c:v>43585</c:v>
                </c:pt>
                <c:pt idx="16">
                  <c:v>43616</c:v>
                </c:pt>
                <c:pt idx="17">
                  <c:v>43644</c:v>
                </c:pt>
                <c:pt idx="18">
                  <c:v>43677</c:v>
                </c:pt>
                <c:pt idx="19">
                  <c:v>43707</c:v>
                </c:pt>
                <c:pt idx="20">
                  <c:v>43738</c:v>
                </c:pt>
                <c:pt idx="21">
                  <c:v>43769</c:v>
                </c:pt>
                <c:pt idx="22">
                  <c:v>43798</c:v>
                </c:pt>
                <c:pt idx="23">
                  <c:v>43829</c:v>
                </c:pt>
                <c:pt idx="24">
                  <c:v>43861</c:v>
                </c:pt>
                <c:pt idx="25">
                  <c:v>43889</c:v>
                </c:pt>
                <c:pt idx="26">
                  <c:v>43921</c:v>
                </c:pt>
                <c:pt idx="27">
                  <c:v>43950</c:v>
                </c:pt>
                <c:pt idx="28">
                  <c:v>43980</c:v>
                </c:pt>
                <c:pt idx="29">
                  <c:v>44012</c:v>
                </c:pt>
                <c:pt idx="30">
                  <c:v>44043</c:v>
                </c:pt>
                <c:pt idx="31">
                  <c:v>44074</c:v>
                </c:pt>
                <c:pt idx="32">
                  <c:v>44103</c:v>
                </c:pt>
                <c:pt idx="33">
                  <c:v>44134</c:v>
                </c:pt>
                <c:pt idx="34">
                  <c:v>44165</c:v>
                </c:pt>
                <c:pt idx="35">
                  <c:v>44195</c:v>
                </c:pt>
                <c:pt idx="36">
                  <c:v>44225</c:v>
                </c:pt>
                <c:pt idx="37">
                  <c:v>44253</c:v>
                </c:pt>
                <c:pt idx="38">
                  <c:v>44286</c:v>
                </c:pt>
                <c:pt idx="39">
                  <c:v>44316</c:v>
                </c:pt>
                <c:pt idx="40">
                  <c:v>44347</c:v>
                </c:pt>
                <c:pt idx="41">
                  <c:v>44377</c:v>
                </c:pt>
                <c:pt idx="42">
                  <c:v>44407</c:v>
                </c:pt>
                <c:pt idx="43">
                  <c:v>44439</c:v>
                </c:pt>
                <c:pt idx="44">
                  <c:v>44469</c:v>
                </c:pt>
                <c:pt idx="45">
                  <c:v>44498</c:v>
                </c:pt>
                <c:pt idx="46">
                  <c:v>44530</c:v>
                </c:pt>
                <c:pt idx="47">
                  <c:v>44560</c:v>
                </c:pt>
                <c:pt idx="48">
                  <c:v>44589</c:v>
                </c:pt>
                <c:pt idx="49">
                  <c:v>44620</c:v>
                </c:pt>
                <c:pt idx="50">
                  <c:v>44651</c:v>
                </c:pt>
                <c:pt idx="51">
                  <c:v>44680</c:v>
                </c:pt>
                <c:pt idx="52">
                  <c:v>44712</c:v>
                </c:pt>
                <c:pt idx="53">
                  <c:v>44742</c:v>
                </c:pt>
                <c:pt idx="54">
                  <c:v>44771</c:v>
                </c:pt>
                <c:pt idx="55">
                  <c:v>44804</c:v>
                </c:pt>
                <c:pt idx="56">
                  <c:v>44834</c:v>
                </c:pt>
                <c:pt idx="57">
                  <c:v>44865</c:v>
                </c:pt>
                <c:pt idx="58">
                  <c:v>44895</c:v>
                </c:pt>
                <c:pt idx="59">
                  <c:v>44924</c:v>
                </c:pt>
                <c:pt idx="60">
                  <c:v>44957</c:v>
                </c:pt>
                <c:pt idx="61">
                  <c:v>44985</c:v>
                </c:pt>
                <c:pt idx="62">
                  <c:v>45016</c:v>
                </c:pt>
                <c:pt idx="63">
                  <c:v>45044</c:v>
                </c:pt>
                <c:pt idx="64">
                  <c:v>45077</c:v>
                </c:pt>
                <c:pt idx="65">
                  <c:v>45107</c:v>
                </c:pt>
                <c:pt idx="66">
                  <c:v>45138</c:v>
                </c:pt>
                <c:pt idx="67">
                  <c:v>45169</c:v>
                </c:pt>
                <c:pt idx="68">
                  <c:v>45196</c:v>
                </c:pt>
                <c:pt idx="69">
                  <c:v>45230</c:v>
                </c:pt>
                <c:pt idx="70">
                  <c:v>45260</c:v>
                </c:pt>
                <c:pt idx="71">
                  <c:v>45288</c:v>
                </c:pt>
                <c:pt idx="72">
                  <c:v>45322</c:v>
                </c:pt>
                <c:pt idx="73">
                  <c:v>45351</c:v>
                </c:pt>
                <c:pt idx="74">
                  <c:v>45380</c:v>
                </c:pt>
                <c:pt idx="75">
                  <c:v>45412</c:v>
                </c:pt>
                <c:pt idx="76">
                  <c:v>45443</c:v>
                </c:pt>
                <c:pt idx="77">
                  <c:v>45471</c:v>
                </c:pt>
                <c:pt idx="78">
                  <c:v>45504</c:v>
                </c:pt>
                <c:pt idx="79">
                  <c:v>45534</c:v>
                </c:pt>
                <c:pt idx="80">
                  <c:v>45565</c:v>
                </c:pt>
                <c:pt idx="81">
                  <c:v>45596</c:v>
                </c:pt>
                <c:pt idx="82">
                  <c:v>45625</c:v>
                </c:pt>
                <c:pt idx="83">
                  <c:v>45656</c:v>
                </c:pt>
                <c:pt idx="84">
                  <c:v>45688</c:v>
                </c:pt>
                <c:pt idx="85">
                  <c:v>45716</c:v>
                </c:pt>
                <c:pt idx="86">
                  <c:v>45737</c:v>
                </c:pt>
              </c:numCache>
            </c:numRef>
          </c:cat>
          <c:val>
            <c:numRef>
              <c:f>Sheet2!$E$3:$E$89</c:f>
              <c:numCache>
                <c:formatCode>#,##0_);\(#,##0\)</c:formatCode>
                <c:ptCount val="87"/>
                <c:pt idx="0">
                  <c:v>4211.2574850299407</c:v>
                </c:pt>
                <c:pt idx="1">
                  <c:v>4195.4851553437629</c:v>
                </c:pt>
                <c:pt idx="2">
                  <c:v>4179.7128256575852</c:v>
                </c:pt>
                <c:pt idx="3">
                  <c:v>4163.9404959714084</c:v>
                </c:pt>
                <c:pt idx="4">
                  <c:v>4148.1681662852307</c:v>
                </c:pt>
                <c:pt idx="5">
                  <c:v>4132.3958365990529</c:v>
                </c:pt>
                <c:pt idx="6">
                  <c:v>4116.6235069128752</c:v>
                </c:pt>
                <c:pt idx="7">
                  <c:v>4100.8511772266975</c:v>
                </c:pt>
                <c:pt idx="8">
                  <c:v>4085.0788475405207</c:v>
                </c:pt>
                <c:pt idx="9">
                  <c:v>4069.3065178543429</c:v>
                </c:pt>
                <c:pt idx="10">
                  <c:v>4053.5341881681652</c:v>
                </c:pt>
                <c:pt idx="11">
                  <c:v>4037.7618584819879</c:v>
                </c:pt>
                <c:pt idx="12">
                  <c:v>4021.9895287958111</c:v>
                </c:pt>
                <c:pt idx="13">
                  <c:v>4070.1570680628265</c:v>
                </c:pt>
                <c:pt idx="14">
                  <c:v>4118.3246073298424</c:v>
                </c:pt>
                <c:pt idx="15">
                  <c:v>4166.4921465968573</c:v>
                </c:pt>
                <c:pt idx="16">
                  <c:v>4214.6596858638732</c:v>
                </c:pt>
                <c:pt idx="17">
                  <c:v>4262.8272251308881</c:v>
                </c:pt>
                <c:pt idx="18">
                  <c:v>4310.994764397904</c:v>
                </c:pt>
                <c:pt idx="19">
                  <c:v>4359.1623036649198</c:v>
                </c:pt>
                <c:pt idx="20">
                  <c:v>4407.3298429319348</c:v>
                </c:pt>
                <c:pt idx="21">
                  <c:v>4455.4973821989506</c:v>
                </c:pt>
                <c:pt idx="22">
                  <c:v>4503.6649214659665</c:v>
                </c:pt>
                <c:pt idx="23">
                  <c:v>4551.8324607329814</c:v>
                </c:pt>
                <c:pt idx="24">
                  <c:v>4600</c:v>
                </c:pt>
                <c:pt idx="25">
                  <c:v>5076.666666666667</c:v>
                </c:pt>
                <c:pt idx="26">
                  <c:v>5553.3333333333339</c:v>
                </c:pt>
                <c:pt idx="27">
                  <c:v>6030</c:v>
                </c:pt>
                <c:pt idx="28">
                  <c:v>6506.6666666666661</c:v>
                </c:pt>
                <c:pt idx="29">
                  <c:v>6983.3333333333321</c:v>
                </c:pt>
                <c:pt idx="30">
                  <c:v>7459.9999999999991</c:v>
                </c:pt>
                <c:pt idx="31">
                  <c:v>7936.6666666666652</c:v>
                </c:pt>
                <c:pt idx="32">
                  <c:v>8413.3333333333321</c:v>
                </c:pt>
                <c:pt idx="33">
                  <c:v>8889.9999999999982</c:v>
                </c:pt>
                <c:pt idx="34">
                  <c:v>9366.6666666666642</c:v>
                </c:pt>
                <c:pt idx="35">
                  <c:v>9843.3333333333303</c:v>
                </c:pt>
                <c:pt idx="36">
                  <c:v>10320</c:v>
                </c:pt>
                <c:pt idx="37">
                  <c:v>11400</c:v>
                </c:pt>
                <c:pt idx="38">
                  <c:v>12480</c:v>
                </c:pt>
                <c:pt idx="39">
                  <c:v>13560</c:v>
                </c:pt>
                <c:pt idx="40">
                  <c:v>14640</c:v>
                </c:pt>
                <c:pt idx="41">
                  <c:v>15720</c:v>
                </c:pt>
                <c:pt idx="42">
                  <c:v>16800</c:v>
                </c:pt>
                <c:pt idx="43">
                  <c:v>17880</c:v>
                </c:pt>
                <c:pt idx="44">
                  <c:v>18960</c:v>
                </c:pt>
                <c:pt idx="45">
                  <c:v>20040</c:v>
                </c:pt>
                <c:pt idx="46">
                  <c:v>21120</c:v>
                </c:pt>
                <c:pt idx="47">
                  <c:v>22200</c:v>
                </c:pt>
                <c:pt idx="48">
                  <c:v>23280</c:v>
                </c:pt>
                <c:pt idx="49">
                  <c:v>23265</c:v>
                </c:pt>
                <c:pt idx="50">
                  <c:v>23250</c:v>
                </c:pt>
                <c:pt idx="51">
                  <c:v>23235</c:v>
                </c:pt>
                <c:pt idx="52">
                  <c:v>23220</c:v>
                </c:pt>
                <c:pt idx="53">
                  <c:v>23205</c:v>
                </c:pt>
                <c:pt idx="54">
                  <c:v>23190</c:v>
                </c:pt>
                <c:pt idx="55">
                  <c:v>23175</c:v>
                </c:pt>
                <c:pt idx="56">
                  <c:v>23160</c:v>
                </c:pt>
                <c:pt idx="57">
                  <c:v>23145</c:v>
                </c:pt>
                <c:pt idx="58">
                  <c:v>23130</c:v>
                </c:pt>
                <c:pt idx="59">
                  <c:v>23115</c:v>
                </c:pt>
                <c:pt idx="60">
                  <c:v>23100</c:v>
                </c:pt>
                <c:pt idx="61">
                  <c:v>23690</c:v>
                </c:pt>
                <c:pt idx="62">
                  <c:v>24280</c:v>
                </c:pt>
                <c:pt idx="63">
                  <c:v>24870</c:v>
                </c:pt>
                <c:pt idx="64">
                  <c:v>25460</c:v>
                </c:pt>
                <c:pt idx="65">
                  <c:v>26050</c:v>
                </c:pt>
                <c:pt idx="66">
                  <c:v>26640</c:v>
                </c:pt>
                <c:pt idx="67">
                  <c:v>27230</c:v>
                </c:pt>
                <c:pt idx="68">
                  <c:v>27820</c:v>
                </c:pt>
                <c:pt idx="69">
                  <c:v>28410</c:v>
                </c:pt>
                <c:pt idx="70">
                  <c:v>29000</c:v>
                </c:pt>
                <c:pt idx="71">
                  <c:v>29590</c:v>
                </c:pt>
                <c:pt idx="72">
                  <c:v>30180</c:v>
                </c:pt>
                <c:pt idx="73">
                  <c:v>30193.333333333336</c:v>
                </c:pt>
                <c:pt idx="74">
                  <c:v>30206.666666666672</c:v>
                </c:pt>
                <c:pt idx="75">
                  <c:v>30220.000000000004</c:v>
                </c:pt>
                <c:pt idx="76">
                  <c:v>30233.333333333339</c:v>
                </c:pt>
                <c:pt idx="77">
                  <c:v>30246.666666666675</c:v>
                </c:pt>
                <c:pt idx="78">
                  <c:v>30260.000000000007</c:v>
                </c:pt>
                <c:pt idx="79">
                  <c:v>30273.333333333343</c:v>
                </c:pt>
                <c:pt idx="80">
                  <c:v>30286.666666666679</c:v>
                </c:pt>
                <c:pt idx="81">
                  <c:v>30300.000000000015</c:v>
                </c:pt>
                <c:pt idx="82">
                  <c:v>30313.33333333335</c:v>
                </c:pt>
                <c:pt idx="83">
                  <c:v>30326.666666666682</c:v>
                </c:pt>
                <c:pt idx="84">
                  <c:v>30340</c:v>
                </c:pt>
                <c:pt idx="85">
                  <c:v>30360</c:v>
                </c:pt>
                <c:pt idx="86">
                  <c:v>30380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A7-442D-AB50-2438BE2383BE}"/>
            </c:ext>
          </c:extLst>
        </c:ser>
        <c:ser>
          <c:idx val="3"/>
          <c:order val="3"/>
          <c:tx>
            <c:strRef>
              <c:f>Sheet2!$F$2</c:f>
              <c:strCache>
                <c:ptCount val="1"/>
                <c:pt idx="0">
                  <c:v>PER30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numRef>
              <c:f>Sheet2!$A$3:$A$89</c:f>
              <c:numCache>
                <c:formatCode>m/d/yyyy</c:formatCode>
                <c:ptCount val="87"/>
                <c:pt idx="0">
                  <c:v>43131</c:v>
                </c:pt>
                <c:pt idx="1">
                  <c:v>43159</c:v>
                </c:pt>
                <c:pt idx="2">
                  <c:v>43189</c:v>
                </c:pt>
                <c:pt idx="3">
                  <c:v>43220</c:v>
                </c:pt>
                <c:pt idx="4">
                  <c:v>43251</c:v>
                </c:pt>
                <c:pt idx="5">
                  <c:v>43280</c:v>
                </c:pt>
                <c:pt idx="6">
                  <c:v>43312</c:v>
                </c:pt>
                <c:pt idx="7">
                  <c:v>43343</c:v>
                </c:pt>
                <c:pt idx="8">
                  <c:v>43371</c:v>
                </c:pt>
                <c:pt idx="9">
                  <c:v>43404</c:v>
                </c:pt>
                <c:pt idx="10">
                  <c:v>43434</c:v>
                </c:pt>
                <c:pt idx="11">
                  <c:v>43462</c:v>
                </c:pt>
                <c:pt idx="12">
                  <c:v>43496</c:v>
                </c:pt>
                <c:pt idx="13">
                  <c:v>43524</c:v>
                </c:pt>
                <c:pt idx="14">
                  <c:v>43553</c:v>
                </c:pt>
                <c:pt idx="15">
                  <c:v>43585</c:v>
                </c:pt>
                <c:pt idx="16">
                  <c:v>43616</c:v>
                </c:pt>
                <c:pt idx="17">
                  <c:v>43644</c:v>
                </c:pt>
                <c:pt idx="18">
                  <c:v>43677</c:v>
                </c:pt>
                <c:pt idx="19">
                  <c:v>43707</c:v>
                </c:pt>
                <c:pt idx="20">
                  <c:v>43738</c:v>
                </c:pt>
                <c:pt idx="21">
                  <c:v>43769</c:v>
                </c:pt>
                <c:pt idx="22">
                  <c:v>43798</c:v>
                </c:pt>
                <c:pt idx="23">
                  <c:v>43829</c:v>
                </c:pt>
                <c:pt idx="24">
                  <c:v>43861</c:v>
                </c:pt>
                <c:pt idx="25">
                  <c:v>43889</c:v>
                </c:pt>
                <c:pt idx="26">
                  <c:v>43921</c:v>
                </c:pt>
                <c:pt idx="27">
                  <c:v>43950</c:v>
                </c:pt>
                <c:pt idx="28">
                  <c:v>43980</c:v>
                </c:pt>
                <c:pt idx="29">
                  <c:v>44012</c:v>
                </c:pt>
                <c:pt idx="30">
                  <c:v>44043</c:v>
                </c:pt>
                <c:pt idx="31">
                  <c:v>44074</c:v>
                </c:pt>
                <c:pt idx="32">
                  <c:v>44103</c:v>
                </c:pt>
                <c:pt idx="33">
                  <c:v>44134</c:v>
                </c:pt>
                <c:pt idx="34">
                  <c:v>44165</c:v>
                </c:pt>
                <c:pt idx="35">
                  <c:v>44195</c:v>
                </c:pt>
                <c:pt idx="36">
                  <c:v>44225</c:v>
                </c:pt>
                <c:pt idx="37">
                  <c:v>44253</c:v>
                </c:pt>
                <c:pt idx="38">
                  <c:v>44286</c:v>
                </c:pt>
                <c:pt idx="39">
                  <c:v>44316</c:v>
                </c:pt>
                <c:pt idx="40">
                  <c:v>44347</c:v>
                </c:pt>
                <c:pt idx="41">
                  <c:v>44377</c:v>
                </c:pt>
                <c:pt idx="42">
                  <c:v>44407</c:v>
                </c:pt>
                <c:pt idx="43">
                  <c:v>44439</c:v>
                </c:pt>
                <c:pt idx="44">
                  <c:v>44469</c:v>
                </c:pt>
                <c:pt idx="45">
                  <c:v>44498</c:v>
                </c:pt>
                <c:pt idx="46">
                  <c:v>44530</c:v>
                </c:pt>
                <c:pt idx="47">
                  <c:v>44560</c:v>
                </c:pt>
                <c:pt idx="48">
                  <c:v>44589</c:v>
                </c:pt>
                <c:pt idx="49">
                  <c:v>44620</c:v>
                </c:pt>
                <c:pt idx="50">
                  <c:v>44651</c:v>
                </c:pt>
                <c:pt idx="51">
                  <c:v>44680</c:v>
                </c:pt>
                <c:pt idx="52">
                  <c:v>44712</c:v>
                </c:pt>
                <c:pt idx="53">
                  <c:v>44742</c:v>
                </c:pt>
                <c:pt idx="54">
                  <c:v>44771</c:v>
                </c:pt>
                <c:pt idx="55">
                  <c:v>44804</c:v>
                </c:pt>
                <c:pt idx="56">
                  <c:v>44834</c:v>
                </c:pt>
                <c:pt idx="57">
                  <c:v>44865</c:v>
                </c:pt>
                <c:pt idx="58">
                  <c:v>44895</c:v>
                </c:pt>
                <c:pt idx="59">
                  <c:v>44924</c:v>
                </c:pt>
                <c:pt idx="60">
                  <c:v>44957</c:v>
                </c:pt>
                <c:pt idx="61">
                  <c:v>44985</c:v>
                </c:pt>
                <c:pt idx="62">
                  <c:v>45016</c:v>
                </c:pt>
                <c:pt idx="63">
                  <c:v>45044</c:v>
                </c:pt>
                <c:pt idx="64">
                  <c:v>45077</c:v>
                </c:pt>
                <c:pt idx="65">
                  <c:v>45107</c:v>
                </c:pt>
                <c:pt idx="66">
                  <c:v>45138</c:v>
                </c:pt>
                <c:pt idx="67">
                  <c:v>45169</c:v>
                </c:pt>
                <c:pt idx="68">
                  <c:v>45196</c:v>
                </c:pt>
                <c:pt idx="69">
                  <c:v>45230</c:v>
                </c:pt>
                <c:pt idx="70">
                  <c:v>45260</c:v>
                </c:pt>
                <c:pt idx="71">
                  <c:v>45288</c:v>
                </c:pt>
                <c:pt idx="72">
                  <c:v>45322</c:v>
                </c:pt>
                <c:pt idx="73">
                  <c:v>45351</c:v>
                </c:pt>
                <c:pt idx="74">
                  <c:v>45380</c:v>
                </c:pt>
                <c:pt idx="75">
                  <c:v>45412</c:v>
                </c:pt>
                <c:pt idx="76">
                  <c:v>45443</c:v>
                </c:pt>
                <c:pt idx="77">
                  <c:v>45471</c:v>
                </c:pt>
                <c:pt idx="78">
                  <c:v>45504</c:v>
                </c:pt>
                <c:pt idx="79">
                  <c:v>45534</c:v>
                </c:pt>
                <c:pt idx="80">
                  <c:v>45565</c:v>
                </c:pt>
                <c:pt idx="81">
                  <c:v>45596</c:v>
                </c:pt>
                <c:pt idx="82">
                  <c:v>45625</c:v>
                </c:pt>
                <c:pt idx="83">
                  <c:v>45656</c:v>
                </c:pt>
                <c:pt idx="84">
                  <c:v>45688</c:v>
                </c:pt>
                <c:pt idx="85">
                  <c:v>45716</c:v>
                </c:pt>
                <c:pt idx="86">
                  <c:v>45737</c:v>
                </c:pt>
              </c:numCache>
            </c:numRef>
          </c:cat>
          <c:val>
            <c:numRef>
              <c:f>Sheet2!$F$3:$F$89</c:f>
              <c:numCache>
                <c:formatCode>#,##0_);\(#,##0\)</c:formatCode>
                <c:ptCount val="87"/>
                <c:pt idx="0">
                  <c:v>6316.886227544911</c:v>
                </c:pt>
                <c:pt idx="1">
                  <c:v>6293.2277330156448</c:v>
                </c:pt>
                <c:pt idx="2">
                  <c:v>6269.5692384863778</c:v>
                </c:pt>
                <c:pt idx="3">
                  <c:v>6245.9107439571117</c:v>
                </c:pt>
                <c:pt idx="4">
                  <c:v>6222.2522494278455</c:v>
                </c:pt>
                <c:pt idx="5">
                  <c:v>6198.5937548985794</c:v>
                </c:pt>
                <c:pt idx="6">
                  <c:v>6174.9352603693133</c:v>
                </c:pt>
                <c:pt idx="7">
                  <c:v>6151.2767658400471</c:v>
                </c:pt>
                <c:pt idx="8">
                  <c:v>6127.618271310781</c:v>
                </c:pt>
                <c:pt idx="9">
                  <c:v>6103.9597767815139</c:v>
                </c:pt>
                <c:pt idx="10">
                  <c:v>6080.3012822522478</c:v>
                </c:pt>
                <c:pt idx="11">
                  <c:v>6056.6427877229817</c:v>
                </c:pt>
                <c:pt idx="12">
                  <c:v>6032.9842931937164</c:v>
                </c:pt>
                <c:pt idx="13">
                  <c:v>6105.2356020942398</c:v>
                </c:pt>
                <c:pt idx="14">
                  <c:v>6177.4869109947631</c:v>
                </c:pt>
                <c:pt idx="15">
                  <c:v>6249.7382198952864</c:v>
                </c:pt>
                <c:pt idx="16">
                  <c:v>6321.9895287958097</c:v>
                </c:pt>
                <c:pt idx="17">
                  <c:v>6394.2408376963331</c:v>
                </c:pt>
                <c:pt idx="18">
                  <c:v>6466.4921465968564</c:v>
                </c:pt>
                <c:pt idx="19">
                  <c:v>6538.7434554973797</c:v>
                </c:pt>
                <c:pt idx="20">
                  <c:v>6610.9947643979031</c:v>
                </c:pt>
                <c:pt idx="21">
                  <c:v>6683.2460732984255</c:v>
                </c:pt>
                <c:pt idx="22">
                  <c:v>6755.4973821989488</c:v>
                </c:pt>
                <c:pt idx="23">
                  <c:v>6827.7486910994721</c:v>
                </c:pt>
                <c:pt idx="24">
                  <c:v>6900</c:v>
                </c:pt>
                <c:pt idx="25">
                  <c:v>7615</c:v>
                </c:pt>
                <c:pt idx="26">
                  <c:v>8330</c:v>
                </c:pt>
                <c:pt idx="27">
                  <c:v>9045</c:v>
                </c:pt>
                <c:pt idx="28">
                  <c:v>9760</c:v>
                </c:pt>
                <c:pt idx="29">
                  <c:v>10474.999999999998</c:v>
                </c:pt>
                <c:pt idx="30">
                  <c:v>11189.999999999998</c:v>
                </c:pt>
                <c:pt idx="31">
                  <c:v>11904.999999999998</c:v>
                </c:pt>
                <c:pt idx="32">
                  <c:v>12619.999999999996</c:v>
                </c:pt>
                <c:pt idx="33">
                  <c:v>13334.999999999996</c:v>
                </c:pt>
                <c:pt idx="34">
                  <c:v>14049.999999999996</c:v>
                </c:pt>
                <c:pt idx="35">
                  <c:v>14764.999999999996</c:v>
                </c:pt>
                <c:pt idx="36">
                  <c:v>15480</c:v>
                </c:pt>
                <c:pt idx="37">
                  <c:v>17100</c:v>
                </c:pt>
                <c:pt idx="38">
                  <c:v>18720</c:v>
                </c:pt>
                <c:pt idx="39">
                  <c:v>20340</c:v>
                </c:pt>
                <c:pt idx="40">
                  <c:v>21960</c:v>
                </c:pt>
                <c:pt idx="41">
                  <c:v>23580</c:v>
                </c:pt>
                <c:pt idx="42">
                  <c:v>25200</c:v>
                </c:pt>
                <c:pt idx="43">
                  <c:v>26820</c:v>
                </c:pt>
                <c:pt idx="44">
                  <c:v>28440</c:v>
                </c:pt>
                <c:pt idx="45">
                  <c:v>30060</c:v>
                </c:pt>
                <c:pt idx="46">
                  <c:v>31680</c:v>
                </c:pt>
                <c:pt idx="47">
                  <c:v>33300</c:v>
                </c:pt>
                <c:pt idx="48">
                  <c:v>34920</c:v>
                </c:pt>
                <c:pt idx="49">
                  <c:v>34897.5</c:v>
                </c:pt>
                <c:pt idx="50">
                  <c:v>34875</c:v>
                </c:pt>
                <c:pt idx="51">
                  <c:v>34852.5</c:v>
                </c:pt>
                <c:pt idx="52">
                  <c:v>34830</c:v>
                </c:pt>
                <c:pt idx="53">
                  <c:v>34807.5</c:v>
                </c:pt>
                <c:pt idx="54">
                  <c:v>34785</c:v>
                </c:pt>
                <c:pt idx="55">
                  <c:v>34762.5</c:v>
                </c:pt>
                <c:pt idx="56">
                  <c:v>34740</c:v>
                </c:pt>
                <c:pt idx="57">
                  <c:v>34717.5</c:v>
                </c:pt>
                <c:pt idx="58">
                  <c:v>34695</c:v>
                </c:pt>
                <c:pt idx="59">
                  <c:v>34672.5</c:v>
                </c:pt>
                <c:pt idx="60">
                  <c:v>34650</c:v>
                </c:pt>
                <c:pt idx="61">
                  <c:v>35535</c:v>
                </c:pt>
                <c:pt idx="62">
                  <c:v>36420</c:v>
                </c:pt>
                <c:pt idx="63">
                  <c:v>37305</c:v>
                </c:pt>
                <c:pt idx="64">
                  <c:v>38190</c:v>
                </c:pt>
                <c:pt idx="65">
                  <c:v>39075</c:v>
                </c:pt>
                <c:pt idx="66">
                  <c:v>39960</c:v>
                </c:pt>
                <c:pt idx="67">
                  <c:v>40845</c:v>
                </c:pt>
                <c:pt idx="68">
                  <c:v>41730</c:v>
                </c:pt>
                <c:pt idx="69">
                  <c:v>42615</c:v>
                </c:pt>
                <c:pt idx="70">
                  <c:v>43500</c:v>
                </c:pt>
                <c:pt idx="71">
                  <c:v>44385</c:v>
                </c:pt>
                <c:pt idx="72">
                  <c:v>45270</c:v>
                </c:pt>
                <c:pt idx="73">
                  <c:v>45290</c:v>
                </c:pt>
                <c:pt idx="74">
                  <c:v>45310.000000000007</c:v>
                </c:pt>
                <c:pt idx="75">
                  <c:v>45330.000000000007</c:v>
                </c:pt>
                <c:pt idx="76">
                  <c:v>45350.000000000007</c:v>
                </c:pt>
                <c:pt idx="77">
                  <c:v>45370.000000000015</c:v>
                </c:pt>
                <c:pt idx="78">
                  <c:v>45390.000000000015</c:v>
                </c:pt>
                <c:pt idx="79">
                  <c:v>45410.000000000015</c:v>
                </c:pt>
                <c:pt idx="80">
                  <c:v>45430.000000000015</c:v>
                </c:pt>
                <c:pt idx="81">
                  <c:v>45450.000000000022</c:v>
                </c:pt>
                <c:pt idx="82">
                  <c:v>45470.000000000022</c:v>
                </c:pt>
                <c:pt idx="83">
                  <c:v>45490.000000000022</c:v>
                </c:pt>
                <c:pt idx="84">
                  <c:v>45510</c:v>
                </c:pt>
                <c:pt idx="85">
                  <c:v>45540</c:v>
                </c:pt>
                <c:pt idx="86">
                  <c:v>45570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A7-442D-AB50-2438BE2383BE}"/>
            </c:ext>
          </c:extLst>
        </c:ser>
        <c:ser>
          <c:idx val="4"/>
          <c:order val="4"/>
          <c:tx>
            <c:strRef>
              <c:f>Sheet2!$G$2</c:f>
              <c:strCache>
                <c:ptCount val="1"/>
                <c:pt idx="0">
                  <c:v>PER40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numRef>
              <c:f>Sheet2!$A$3:$A$89</c:f>
              <c:numCache>
                <c:formatCode>m/d/yyyy</c:formatCode>
                <c:ptCount val="87"/>
                <c:pt idx="0">
                  <c:v>43131</c:v>
                </c:pt>
                <c:pt idx="1">
                  <c:v>43159</c:v>
                </c:pt>
                <c:pt idx="2">
                  <c:v>43189</c:v>
                </c:pt>
                <c:pt idx="3">
                  <c:v>43220</c:v>
                </c:pt>
                <c:pt idx="4">
                  <c:v>43251</c:v>
                </c:pt>
                <c:pt idx="5">
                  <c:v>43280</c:v>
                </c:pt>
                <c:pt idx="6">
                  <c:v>43312</c:v>
                </c:pt>
                <c:pt idx="7">
                  <c:v>43343</c:v>
                </c:pt>
                <c:pt idx="8">
                  <c:v>43371</c:v>
                </c:pt>
                <c:pt idx="9">
                  <c:v>43404</c:v>
                </c:pt>
                <c:pt idx="10">
                  <c:v>43434</c:v>
                </c:pt>
                <c:pt idx="11">
                  <c:v>43462</c:v>
                </c:pt>
                <c:pt idx="12">
                  <c:v>43496</c:v>
                </c:pt>
                <c:pt idx="13">
                  <c:v>43524</c:v>
                </c:pt>
                <c:pt idx="14">
                  <c:v>43553</c:v>
                </c:pt>
                <c:pt idx="15">
                  <c:v>43585</c:v>
                </c:pt>
                <c:pt idx="16">
                  <c:v>43616</c:v>
                </c:pt>
                <c:pt idx="17">
                  <c:v>43644</c:v>
                </c:pt>
                <c:pt idx="18">
                  <c:v>43677</c:v>
                </c:pt>
                <c:pt idx="19">
                  <c:v>43707</c:v>
                </c:pt>
                <c:pt idx="20">
                  <c:v>43738</c:v>
                </c:pt>
                <c:pt idx="21">
                  <c:v>43769</c:v>
                </c:pt>
                <c:pt idx="22">
                  <c:v>43798</c:v>
                </c:pt>
                <c:pt idx="23">
                  <c:v>43829</c:v>
                </c:pt>
                <c:pt idx="24">
                  <c:v>43861</c:v>
                </c:pt>
                <c:pt idx="25">
                  <c:v>43889</c:v>
                </c:pt>
                <c:pt idx="26">
                  <c:v>43921</c:v>
                </c:pt>
                <c:pt idx="27">
                  <c:v>43950</c:v>
                </c:pt>
                <c:pt idx="28">
                  <c:v>43980</c:v>
                </c:pt>
                <c:pt idx="29">
                  <c:v>44012</c:v>
                </c:pt>
                <c:pt idx="30">
                  <c:v>44043</c:v>
                </c:pt>
                <c:pt idx="31">
                  <c:v>44074</c:v>
                </c:pt>
                <c:pt idx="32">
                  <c:v>44103</c:v>
                </c:pt>
                <c:pt idx="33">
                  <c:v>44134</c:v>
                </c:pt>
                <c:pt idx="34">
                  <c:v>44165</c:v>
                </c:pt>
                <c:pt idx="35">
                  <c:v>44195</c:v>
                </c:pt>
                <c:pt idx="36">
                  <c:v>44225</c:v>
                </c:pt>
                <c:pt idx="37">
                  <c:v>44253</c:v>
                </c:pt>
                <c:pt idx="38">
                  <c:v>44286</c:v>
                </c:pt>
                <c:pt idx="39">
                  <c:v>44316</c:v>
                </c:pt>
                <c:pt idx="40">
                  <c:v>44347</c:v>
                </c:pt>
                <c:pt idx="41">
                  <c:v>44377</c:v>
                </c:pt>
                <c:pt idx="42">
                  <c:v>44407</c:v>
                </c:pt>
                <c:pt idx="43">
                  <c:v>44439</c:v>
                </c:pt>
                <c:pt idx="44">
                  <c:v>44469</c:v>
                </c:pt>
                <c:pt idx="45">
                  <c:v>44498</c:v>
                </c:pt>
                <c:pt idx="46">
                  <c:v>44530</c:v>
                </c:pt>
                <c:pt idx="47">
                  <c:v>44560</c:v>
                </c:pt>
                <c:pt idx="48">
                  <c:v>44589</c:v>
                </c:pt>
                <c:pt idx="49">
                  <c:v>44620</c:v>
                </c:pt>
                <c:pt idx="50">
                  <c:v>44651</c:v>
                </c:pt>
                <c:pt idx="51">
                  <c:v>44680</c:v>
                </c:pt>
                <c:pt idx="52">
                  <c:v>44712</c:v>
                </c:pt>
                <c:pt idx="53">
                  <c:v>44742</c:v>
                </c:pt>
                <c:pt idx="54">
                  <c:v>44771</c:v>
                </c:pt>
                <c:pt idx="55">
                  <c:v>44804</c:v>
                </c:pt>
                <c:pt idx="56">
                  <c:v>44834</c:v>
                </c:pt>
                <c:pt idx="57">
                  <c:v>44865</c:v>
                </c:pt>
                <c:pt idx="58">
                  <c:v>44895</c:v>
                </c:pt>
                <c:pt idx="59">
                  <c:v>44924</c:v>
                </c:pt>
                <c:pt idx="60">
                  <c:v>44957</c:v>
                </c:pt>
                <c:pt idx="61">
                  <c:v>44985</c:v>
                </c:pt>
                <c:pt idx="62">
                  <c:v>45016</c:v>
                </c:pt>
                <c:pt idx="63">
                  <c:v>45044</c:v>
                </c:pt>
                <c:pt idx="64">
                  <c:v>45077</c:v>
                </c:pt>
                <c:pt idx="65">
                  <c:v>45107</c:v>
                </c:pt>
                <c:pt idx="66">
                  <c:v>45138</c:v>
                </c:pt>
                <c:pt idx="67">
                  <c:v>45169</c:v>
                </c:pt>
                <c:pt idx="68">
                  <c:v>45196</c:v>
                </c:pt>
                <c:pt idx="69">
                  <c:v>45230</c:v>
                </c:pt>
                <c:pt idx="70">
                  <c:v>45260</c:v>
                </c:pt>
                <c:pt idx="71">
                  <c:v>45288</c:v>
                </c:pt>
                <c:pt idx="72">
                  <c:v>45322</c:v>
                </c:pt>
                <c:pt idx="73">
                  <c:v>45351</c:v>
                </c:pt>
                <c:pt idx="74">
                  <c:v>45380</c:v>
                </c:pt>
                <c:pt idx="75">
                  <c:v>45412</c:v>
                </c:pt>
                <c:pt idx="76">
                  <c:v>45443</c:v>
                </c:pt>
                <c:pt idx="77">
                  <c:v>45471</c:v>
                </c:pt>
                <c:pt idx="78">
                  <c:v>45504</c:v>
                </c:pt>
                <c:pt idx="79">
                  <c:v>45534</c:v>
                </c:pt>
                <c:pt idx="80">
                  <c:v>45565</c:v>
                </c:pt>
                <c:pt idx="81">
                  <c:v>45596</c:v>
                </c:pt>
                <c:pt idx="82">
                  <c:v>45625</c:v>
                </c:pt>
                <c:pt idx="83">
                  <c:v>45656</c:v>
                </c:pt>
                <c:pt idx="84">
                  <c:v>45688</c:v>
                </c:pt>
                <c:pt idx="85">
                  <c:v>45716</c:v>
                </c:pt>
                <c:pt idx="86">
                  <c:v>45737</c:v>
                </c:pt>
              </c:numCache>
            </c:numRef>
          </c:cat>
          <c:val>
            <c:numRef>
              <c:f>Sheet2!$G$3:$G$89</c:f>
              <c:numCache>
                <c:formatCode>#,##0_);\(#,##0\)</c:formatCode>
                <c:ptCount val="87"/>
                <c:pt idx="0">
                  <c:v>8422.5149700598813</c:v>
                </c:pt>
                <c:pt idx="1">
                  <c:v>8390.9703106875259</c:v>
                </c:pt>
                <c:pt idx="2">
                  <c:v>8359.4256513151704</c:v>
                </c:pt>
                <c:pt idx="3">
                  <c:v>8327.8809919428168</c:v>
                </c:pt>
                <c:pt idx="4">
                  <c:v>8296.3363325704613</c:v>
                </c:pt>
                <c:pt idx="5">
                  <c:v>8264.7916731981059</c:v>
                </c:pt>
                <c:pt idx="6">
                  <c:v>8233.2470138257504</c:v>
                </c:pt>
                <c:pt idx="7">
                  <c:v>8201.7023544533949</c:v>
                </c:pt>
                <c:pt idx="8">
                  <c:v>8170.1576950810413</c:v>
                </c:pt>
                <c:pt idx="9">
                  <c:v>8138.6130357086859</c:v>
                </c:pt>
                <c:pt idx="10">
                  <c:v>8107.0683763363304</c:v>
                </c:pt>
                <c:pt idx="11">
                  <c:v>8075.5237169639759</c:v>
                </c:pt>
                <c:pt idx="12">
                  <c:v>8043.9790575916222</c:v>
                </c:pt>
                <c:pt idx="13">
                  <c:v>8140.314136125653</c:v>
                </c:pt>
                <c:pt idx="14">
                  <c:v>8236.6492146596847</c:v>
                </c:pt>
                <c:pt idx="15">
                  <c:v>8332.9842931937146</c:v>
                </c:pt>
                <c:pt idx="16">
                  <c:v>8429.3193717277463</c:v>
                </c:pt>
                <c:pt idx="17">
                  <c:v>8525.6544502617762</c:v>
                </c:pt>
                <c:pt idx="18">
                  <c:v>8621.9895287958079</c:v>
                </c:pt>
                <c:pt idx="19">
                  <c:v>8718.3246073298396</c:v>
                </c:pt>
                <c:pt idx="20">
                  <c:v>8814.6596858638695</c:v>
                </c:pt>
                <c:pt idx="21">
                  <c:v>8910.9947643979012</c:v>
                </c:pt>
                <c:pt idx="22">
                  <c:v>9007.3298429319329</c:v>
                </c:pt>
                <c:pt idx="23">
                  <c:v>9103.6649214659628</c:v>
                </c:pt>
                <c:pt idx="24">
                  <c:v>9200</c:v>
                </c:pt>
                <c:pt idx="25">
                  <c:v>10153.333333333334</c:v>
                </c:pt>
                <c:pt idx="26">
                  <c:v>11106.666666666668</c:v>
                </c:pt>
                <c:pt idx="27">
                  <c:v>12060</c:v>
                </c:pt>
                <c:pt idx="28">
                  <c:v>13013.333333333332</c:v>
                </c:pt>
                <c:pt idx="29">
                  <c:v>13966.666666666664</c:v>
                </c:pt>
                <c:pt idx="30">
                  <c:v>14919.999999999998</c:v>
                </c:pt>
                <c:pt idx="31">
                  <c:v>15873.33333333333</c:v>
                </c:pt>
                <c:pt idx="32">
                  <c:v>16826.666666666664</c:v>
                </c:pt>
                <c:pt idx="33">
                  <c:v>17779.999999999996</c:v>
                </c:pt>
                <c:pt idx="34">
                  <c:v>18733.333333333328</c:v>
                </c:pt>
                <c:pt idx="35">
                  <c:v>19686.666666666661</c:v>
                </c:pt>
                <c:pt idx="36">
                  <c:v>20640</c:v>
                </c:pt>
                <c:pt idx="37">
                  <c:v>22800</c:v>
                </c:pt>
                <c:pt idx="38">
                  <c:v>24960</c:v>
                </c:pt>
                <c:pt idx="39">
                  <c:v>27120</c:v>
                </c:pt>
                <c:pt idx="40">
                  <c:v>29280</c:v>
                </c:pt>
                <c:pt idx="41">
                  <c:v>31440</c:v>
                </c:pt>
                <c:pt idx="42">
                  <c:v>33600</c:v>
                </c:pt>
                <c:pt idx="43">
                  <c:v>35760</c:v>
                </c:pt>
                <c:pt idx="44">
                  <c:v>37920</c:v>
                </c:pt>
                <c:pt idx="45">
                  <c:v>40080</c:v>
                </c:pt>
                <c:pt idx="46">
                  <c:v>42240</c:v>
                </c:pt>
                <c:pt idx="47">
                  <c:v>44400</c:v>
                </c:pt>
                <c:pt idx="48">
                  <c:v>46560</c:v>
                </c:pt>
                <c:pt idx="49">
                  <c:v>46530</c:v>
                </c:pt>
                <c:pt idx="50">
                  <c:v>46500</c:v>
                </c:pt>
                <c:pt idx="51">
                  <c:v>46470</c:v>
                </c:pt>
                <c:pt idx="52">
                  <c:v>46440</c:v>
                </c:pt>
                <c:pt idx="53">
                  <c:v>46410</c:v>
                </c:pt>
                <c:pt idx="54">
                  <c:v>46380</c:v>
                </c:pt>
                <c:pt idx="55">
                  <c:v>46350</c:v>
                </c:pt>
                <c:pt idx="56">
                  <c:v>46320</c:v>
                </c:pt>
                <c:pt idx="57">
                  <c:v>46290</c:v>
                </c:pt>
                <c:pt idx="58">
                  <c:v>46260</c:v>
                </c:pt>
                <c:pt idx="59">
                  <c:v>46230</c:v>
                </c:pt>
                <c:pt idx="60">
                  <c:v>46200</c:v>
                </c:pt>
                <c:pt idx="61">
                  <c:v>47380</c:v>
                </c:pt>
                <c:pt idx="62">
                  <c:v>48560</c:v>
                </c:pt>
                <c:pt idx="63">
                  <c:v>49740</c:v>
                </c:pt>
                <c:pt idx="64">
                  <c:v>50920</c:v>
                </c:pt>
                <c:pt idx="65">
                  <c:v>52100</c:v>
                </c:pt>
                <c:pt idx="66">
                  <c:v>53280</c:v>
                </c:pt>
                <c:pt idx="67">
                  <c:v>54460</c:v>
                </c:pt>
                <c:pt idx="68">
                  <c:v>55640</c:v>
                </c:pt>
                <c:pt idx="69">
                  <c:v>56820</c:v>
                </c:pt>
                <c:pt idx="70">
                  <c:v>58000</c:v>
                </c:pt>
                <c:pt idx="71">
                  <c:v>59180</c:v>
                </c:pt>
                <c:pt idx="72">
                  <c:v>60360</c:v>
                </c:pt>
                <c:pt idx="73">
                  <c:v>60386.666666666672</c:v>
                </c:pt>
                <c:pt idx="74">
                  <c:v>60413.333333333343</c:v>
                </c:pt>
                <c:pt idx="75">
                  <c:v>60440.000000000007</c:v>
                </c:pt>
                <c:pt idx="76">
                  <c:v>60466.666666666679</c:v>
                </c:pt>
                <c:pt idx="77">
                  <c:v>60493.33333333335</c:v>
                </c:pt>
                <c:pt idx="78">
                  <c:v>60520.000000000015</c:v>
                </c:pt>
                <c:pt idx="79">
                  <c:v>60546.666666666686</c:v>
                </c:pt>
                <c:pt idx="80">
                  <c:v>60573.333333333358</c:v>
                </c:pt>
                <c:pt idx="81">
                  <c:v>60600.000000000029</c:v>
                </c:pt>
                <c:pt idx="82">
                  <c:v>60626.666666666701</c:v>
                </c:pt>
                <c:pt idx="83">
                  <c:v>60653.333333333365</c:v>
                </c:pt>
                <c:pt idx="84">
                  <c:v>60680</c:v>
                </c:pt>
                <c:pt idx="85">
                  <c:v>60720</c:v>
                </c:pt>
                <c:pt idx="86">
                  <c:v>60760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DA7-442D-AB50-2438BE238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82867311"/>
        <c:axId val="1282862991"/>
      </c:lineChart>
      <c:dateAx>
        <c:axId val="1282867311"/>
        <c:scaling>
          <c:orientation val="minMax"/>
        </c:scaling>
        <c:delete val="0"/>
        <c:axPos val="b"/>
        <c:numFmt formatCode="yyyy" sourceLinked="0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282862991"/>
        <c:crosses val="autoZero"/>
        <c:auto val="1"/>
        <c:lblOffset val="100"/>
        <c:baseTimeUnit val="days"/>
        <c:majorUnit val="1"/>
        <c:majorTimeUnit val="years"/>
      </c:dateAx>
      <c:valAx>
        <c:axId val="1282862991"/>
        <c:scaling>
          <c:orientation val="minMax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rgbClr val="203864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282867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0.19876</cdr:x>
      <cdr:y>0.22997</cdr:y>
    </cdr:from>
    <cdr:to>
      <cdr:x>0.88116</cdr:x>
      <cdr:y>0.65089</cdr:y>
    </cdr:to>
    <cdr:cxnSp macro="">
      <cdr:nvCxnSpPr>
        <cdr:cNvPr id="3" name="직선 화살표 연결선 2">
          <a:extLst xmlns:a="http://schemas.openxmlformats.org/drawingml/2006/main">
            <a:ext uri="{FF2B5EF4-FFF2-40B4-BE49-F238E27FC236}">
              <a16:creationId xmlns:a16="http://schemas.microsoft.com/office/drawing/2014/main" id="{C7694820-B4E0-BDBC-735D-C8E500E648A9}"/>
            </a:ext>
          </a:extLst>
        </cdr:cNvPr>
        <cdr:cNvCxnSpPr/>
      </cdr:nvCxnSpPr>
      <cdr:spPr>
        <a:xfrm xmlns:a="http://schemas.openxmlformats.org/drawingml/2006/main" flipV="1">
          <a:off x="435429" y="406400"/>
          <a:ext cx="1494971" cy="743858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0.36108</cdr:x>
      <cdr:y>0.24434</cdr:y>
    </cdr:from>
    <cdr:to>
      <cdr:x>0.66253</cdr:x>
      <cdr:y>0.44146</cdr:y>
    </cdr:to>
    <cdr:sp macro="" textlink="">
      <cdr:nvSpPr>
        <cdr:cNvPr id="4" name="직사각형 3"/>
        <cdr:cNvSpPr/>
      </cdr:nvSpPr>
      <cdr:spPr bwMode="auto">
        <a:xfrm xmlns:a="http://schemas.openxmlformats.org/drawingml/2006/main" rot="5400000">
          <a:off x="947053" y="275773"/>
          <a:ext cx="348347" cy="6604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rot="0" vertOverflow="clip" vert="vert270" wrap="square" lIns="91440" tIns="45720" rIns="91440" bIns="45720" anchor="ctr" anchorCtr="0">
          <a:noAutofit/>
        </a:bodyPr>
        <a:lstStyle xmlns:a="http://schemas.openxmlformats.org/drawingml/2006/main"/>
        <a:p xmlns:a="http://schemas.openxmlformats.org/drawingml/2006/main">
          <a:r>
            <a:rPr lang="en-US" altLang="ko-KR" sz="600" kern="1200">
              <a:solidFill>
                <a:srgbClr val="C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rPr>
            <a:t>CAGR + 10.32%</a:t>
          </a:r>
          <a:endParaRPr lang="ko-KR" altLang="en-US" sz="1200" kern="1200">
            <a:solidFill>
              <a:srgbClr val="C00000"/>
            </a:solidFill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0.2435</cdr:x>
      <cdr:y>0.10688</cdr:y>
    </cdr:from>
    <cdr:to>
      <cdr:x>0.35895</cdr:x>
      <cdr:y>0.18796</cdr:y>
    </cdr:to>
    <cdr:cxnSp macro="">
      <cdr:nvCxnSpPr>
        <cdr:cNvPr id="6" name="직선 화살표 연결선 5">
          <a:extLst xmlns:a="http://schemas.openxmlformats.org/drawingml/2006/main">
            <a:ext uri="{FF2B5EF4-FFF2-40B4-BE49-F238E27FC236}">
              <a16:creationId xmlns:a16="http://schemas.microsoft.com/office/drawing/2014/main" id="{57D1D768-1EBB-8052-2DA4-E2A12AF2B9E5}"/>
            </a:ext>
          </a:extLst>
        </cdr:cNvPr>
        <cdr:cNvCxnSpPr/>
      </cdr:nvCxnSpPr>
      <cdr:spPr>
        <a:xfrm xmlns:a="http://schemas.openxmlformats.org/drawingml/2006/main" flipH="1">
          <a:off x="803573" y="200890"/>
          <a:ext cx="380990" cy="15240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0.44487</cdr:x>
      <cdr:y>0.08919</cdr:y>
    </cdr:from>
    <cdr:to>
      <cdr:x>0.64191</cdr:x>
      <cdr:y>0.28919</cdr:y>
    </cdr:to>
    <cdr:sp macro="" textlink="">
      <cdr:nvSpPr>
        <cdr:cNvPr id="7" name="직사각형 6"/>
        <cdr:cNvSpPr/>
      </cdr:nvSpPr>
      <cdr:spPr bwMode="auto">
        <a:xfrm xmlns:a="http://schemas.openxmlformats.org/drawingml/2006/main">
          <a:off x="1468120" y="167640"/>
          <a:ext cx="650240" cy="3759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rot="0" vertOverflow="clip" vert="vert270" wrap="square" lIns="91440" tIns="45720" rIns="91440" bIns="45720" anchor="ctr" anchorCtr="0">
          <a:noAutofit/>
        </a:bodyPr>
        <a:lstStyle xmlns:a="http://schemas.openxmlformats.org/drawingml/2006/main"/>
        <a:p xmlns:a="http://schemas.openxmlformats.org/drawingml/2006/main">
          <a:endParaRPr lang="ko-KR"/>
        </a:p>
      </cdr:txBody>
    </cdr:sp>
  </cdr:relSizeAnchor>
  <cdr:relSizeAnchor xmlns:cdr="http://schemas.openxmlformats.org/drawingml/2006/chartDrawing">
    <cdr:from>
      <cdr:x>0.39435</cdr:x>
      <cdr:y>0.01445</cdr:y>
    </cdr:from>
    <cdr:to>
      <cdr:x>0.53826</cdr:x>
      <cdr:y>0.26934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858FEA50-BC7D-7E65-5DAE-488029CA56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301393" y="26922"/>
          <a:ext cx="474917" cy="474883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5EE8-0BB3-4AD8-BB68-C90071DF390E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4289A-25AF-46A6-B2A8-130A608BD0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1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7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90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9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7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0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0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4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06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00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7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79911-BF89-4822-8734-650AE54FF559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14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5298801" y="2834839"/>
            <a:ext cx="4607199" cy="4023160"/>
            <a:chOff x="7588612" y="2834840"/>
            <a:chExt cx="4607198" cy="402316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12" y="2459947"/>
            <a:ext cx="4680041" cy="1765849"/>
          </a:xfrm>
          <a:prstGeom prst="rect">
            <a:avLst/>
          </a:prstGeom>
        </p:spPr>
      </p:pic>
      <p:sp>
        <p:nvSpPr>
          <p:cNvPr id="17" name="자유형 16"/>
          <p:cNvSpPr/>
          <p:nvPr/>
        </p:nvSpPr>
        <p:spPr>
          <a:xfrm>
            <a:off x="0" y="-1"/>
            <a:ext cx="4857750" cy="6858000"/>
          </a:xfrm>
          <a:custGeom>
            <a:avLst/>
            <a:gdLst>
              <a:gd name="connsiteX0" fmla="*/ 0 w 6000750"/>
              <a:gd name="connsiteY0" fmla="*/ 0 h 6858000"/>
              <a:gd name="connsiteX1" fmla="*/ 3105150 w 6000750"/>
              <a:gd name="connsiteY1" fmla="*/ 0 h 6858000"/>
              <a:gd name="connsiteX2" fmla="*/ 3105150 w 6000750"/>
              <a:gd name="connsiteY2" fmla="*/ 1 h 6858000"/>
              <a:gd name="connsiteX3" fmla="*/ 6000750 w 6000750"/>
              <a:gd name="connsiteY3" fmla="*/ 3409951 h 6858000"/>
              <a:gd name="connsiteX4" fmla="*/ 3105150 w 6000750"/>
              <a:gd name="connsiteY4" fmla="*/ 6857999 h 6858000"/>
              <a:gd name="connsiteX5" fmla="*/ 3105150 w 6000750"/>
              <a:gd name="connsiteY5" fmla="*/ 6858000 h 6858000"/>
              <a:gd name="connsiteX6" fmla="*/ 0 w 60007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3105150" y="0"/>
                </a:lnTo>
                <a:lnTo>
                  <a:pt x="3105150" y="1"/>
                </a:lnTo>
                <a:lnTo>
                  <a:pt x="6000750" y="3409951"/>
                </a:lnTo>
                <a:lnTo>
                  <a:pt x="3105150" y="6857999"/>
                </a:lnTo>
                <a:lnTo>
                  <a:pt x="310515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B2853">
                  <a:shade val="30000"/>
                  <a:satMod val="115000"/>
                </a:srgbClr>
              </a:gs>
              <a:gs pos="50000">
                <a:srgbClr val="1B2853">
                  <a:shade val="67500"/>
                  <a:satMod val="115000"/>
                </a:srgbClr>
              </a:gs>
              <a:gs pos="100000">
                <a:srgbClr val="1B2853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0FFE9-D67C-E067-66AD-161DD3ECB3D8}"/>
              </a:ext>
            </a:extLst>
          </p:cNvPr>
          <p:cNvSpPr txBox="1"/>
          <p:nvPr/>
        </p:nvSpPr>
        <p:spPr>
          <a:xfrm>
            <a:off x="369257" y="2919928"/>
            <a:ext cx="5704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en-US" altLang="ko-KR" sz="3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(214150.KQ)</a:t>
            </a:r>
            <a:endParaRPr lang="ko-KR" altLang="en-US" sz="32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4114C-4005-E9F4-20BF-BDF3CFF19655}"/>
              </a:ext>
            </a:extLst>
          </p:cNvPr>
          <p:cNvSpPr txBox="1"/>
          <p:nvPr/>
        </p:nvSpPr>
        <p:spPr>
          <a:xfrm>
            <a:off x="400047" y="3777581"/>
            <a:ext cx="4526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[25-1</a:t>
            </a:r>
            <a:r>
              <a:rPr lang="ko-KR" altLang="en-US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세미나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]</a:t>
            </a:r>
          </a:p>
          <a:p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Research </a:t>
            </a: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Team 2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35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293358" y="2834839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253591" y="-4253592"/>
            <a:ext cx="1398817" cy="9906004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40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BA23-2C65-86F6-D9CA-EF2752EFB135}"/>
              </a:ext>
            </a:extLst>
          </p:cNvPr>
          <p:cNvSpPr txBox="1"/>
          <p:nvPr/>
        </p:nvSpPr>
        <p:spPr>
          <a:xfrm>
            <a:off x="852763" y="1939850"/>
            <a:ext cx="5465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</a:t>
            </a:r>
            <a:r>
              <a:rPr lang="ko-KR" altLang="en-US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목차</a:t>
            </a:r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1A840-2C3C-5AC1-1B35-26A7604BD5AD}"/>
              </a:ext>
            </a:extLst>
          </p:cNvPr>
          <p:cNvSpPr txBox="1"/>
          <p:nvPr/>
        </p:nvSpPr>
        <p:spPr>
          <a:xfrm>
            <a:off x="852763" y="2869329"/>
            <a:ext cx="727395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r>
              <a:rPr lang="en-US" altLang="ko-KR" sz="2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Intro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Ⅱ. Investment Point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Ⅲ. Valuation</a:t>
            </a:r>
          </a:p>
        </p:txBody>
      </p:sp>
    </p:spTree>
    <p:extLst>
      <p:ext uri="{BB962C8B-B14F-4D97-AF65-F5344CB8AC3E}">
        <p14:creationId xmlns:p14="http://schemas.microsoft.com/office/powerpoint/2010/main" val="31695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306572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203795" y="-4203793"/>
            <a:ext cx="1578078" cy="9985665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37" y="2916465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BA23-2C65-86F6-D9CA-EF2752EFB135}"/>
              </a:ext>
            </a:extLst>
          </p:cNvPr>
          <p:cNvSpPr txBox="1"/>
          <p:nvPr/>
        </p:nvSpPr>
        <p:spPr>
          <a:xfrm>
            <a:off x="676310" y="2099741"/>
            <a:ext cx="5465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</a:t>
            </a:r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Intro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1A840-2C3C-5AC1-1B35-26A7604BD5AD}"/>
              </a:ext>
            </a:extLst>
          </p:cNvPr>
          <p:cNvSpPr txBox="1"/>
          <p:nvPr/>
        </p:nvSpPr>
        <p:spPr>
          <a:xfrm>
            <a:off x="566964" y="2834840"/>
            <a:ext cx="727395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080" lvl="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산업분석</a:t>
            </a:r>
            <a:endParaRPr lang="en-US" altLang="ko-KR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800080" lvl="1" indent="-34289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기업개요</a:t>
            </a:r>
          </a:p>
        </p:txBody>
      </p:sp>
    </p:spTree>
    <p:extLst>
      <p:ext uri="{BB962C8B-B14F-4D97-AF65-F5344CB8AC3E}">
        <p14:creationId xmlns:p14="http://schemas.microsoft.com/office/powerpoint/2010/main" val="23592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AF8F-6CBD-D94A-83FB-AC176726A594}"/>
              </a:ext>
            </a:extLst>
          </p:cNvPr>
          <p:cNvSpPr txBox="1"/>
          <p:nvPr/>
        </p:nvSpPr>
        <p:spPr>
          <a:xfrm>
            <a:off x="399936" y="1519469"/>
            <a:ext cx="9001124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코스피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YTD +11.23% &amp; 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코스닥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YTD +4.93%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비해 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미용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/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의료기기 업종은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YTD +23.45%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해외매출 성장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의료관광 활성화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통한 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시장 수익률 대비 </a:t>
            </a:r>
            <a:r>
              <a:rPr lang="ko-KR" altLang="en-US" sz="1200" b="1" dirty="0" err="1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아웃퍼폼</a:t>
            </a:r>
            <a:endParaRPr lang="en-US" altLang="ko-KR" sz="12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충분한 해외 매출 성장 여력과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한한령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해제 이후 의료관광 시장 고성장으로 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미용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/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의료기기 업종의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Q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 증가 전망</a:t>
            </a:r>
            <a:endParaRPr lang="en-US" altLang="ko-KR" sz="12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 -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산업 분석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시장대비 아웃 </a:t>
            </a:r>
            <a:r>
              <a:rPr lang="ko-KR" altLang="en-US" sz="16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퍼폼</a:t>
            </a:r>
            <a:r>
              <a:rPr lang="en-US" altLang="ko-KR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</a:t>
            </a:r>
            <a:r>
              <a:rPr lang="ko-KR" altLang="en-US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미용</a:t>
            </a:r>
            <a:r>
              <a:rPr lang="en-US" altLang="ko-KR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</a:t>
            </a:r>
            <a:endParaRPr lang="en-US" altLang="ko-KR" sz="16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CCBFDE7E-4C4D-74E2-352F-1A3ADE1E0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6545976"/>
              </p:ext>
            </p:extLst>
          </p:nvPr>
        </p:nvGraphicFramePr>
        <p:xfrm>
          <a:off x="399936" y="3339691"/>
          <a:ext cx="5760000" cy="307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C2833A8-C4E4-EC7F-9E52-A4EB8E2C119A}"/>
              </a:ext>
            </a:extLst>
          </p:cNvPr>
          <p:cNvSpPr txBox="1"/>
          <p:nvPr/>
        </p:nvSpPr>
        <p:spPr>
          <a:xfrm>
            <a:off x="399936" y="6252693"/>
            <a:ext cx="57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</a:t>
            </a:r>
            <a:r>
              <a:rPr lang="ko-KR" altLang="ko-KR" sz="800" spc="-60" dirty="0" err="1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연합인포맥스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 *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미용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/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의료기기 지수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= 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주요 미용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/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의료기기 기업 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6</a:t>
            </a:r>
            <a:r>
              <a:rPr lang="ko-KR" altLang="en-US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사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의 주가를 주가평균식 방식으로 지수화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(24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년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1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월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=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100)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7B26E6-14C2-454D-EFDE-36775ED93819}"/>
              </a:ext>
            </a:extLst>
          </p:cNvPr>
          <p:cNvSpPr/>
          <p:nvPr/>
        </p:nvSpPr>
        <p:spPr>
          <a:xfrm>
            <a:off x="399936" y="2885439"/>
            <a:ext cx="576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24~25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시장수익률 대비 미용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 업종 주가 추이</a:t>
            </a: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45702257-C83B-07A1-6528-CB2A747D7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297797"/>
              </p:ext>
            </p:extLst>
          </p:nvPr>
        </p:nvGraphicFramePr>
        <p:xfrm>
          <a:off x="6468464" y="3339691"/>
          <a:ext cx="2880000" cy="307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D440CF3E-F3CC-2E0D-FFE3-7EE04DB6CF4A}"/>
              </a:ext>
            </a:extLst>
          </p:cNvPr>
          <p:cNvSpPr/>
          <p:nvPr/>
        </p:nvSpPr>
        <p:spPr>
          <a:xfrm>
            <a:off x="6468464" y="2885439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미용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 수출액 추이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9A5C4-15DE-BDB9-0116-09D2CEF468FC}"/>
              </a:ext>
            </a:extLst>
          </p:cNvPr>
          <p:cNvSpPr txBox="1"/>
          <p:nvPr/>
        </p:nvSpPr>
        <p:spPr>
          <a:xfrm>
            <a:off x="6468464" y="6252693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 err="1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sourece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한국무역협회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m2		     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백만 달러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280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85510-86C6-CC86-B649-69BB01F96838}"/>
              </a:ext>
            </a:extLst>
          </p:cNvPr>
          <p:cNvSpPr txBox="1"/>
          <p:nvPr/>
        </p:nvSpPr>
        <p:spPr>
          <a:xfrm>
            <a:off x="356375" y="6216315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source: </a:t>
            </a:r>
            <a:r>
              <a:rPr lang="en-US" altLang="ko-KR" sz="800" spc="-60" dirty="0" err="1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BioTimes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억 달러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274673-7414-6E75-DF30-0E97F0425EE7}"/>
              </a:ext>
            </a:extLst>
          </p:cNvPr>
          <p:cNvSpPr/>
          <p:nvPr/>
        </p:nvSpPr>
        <p:spPr>
          <a:xfrm>
            <a:off x="356375" y="3558357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미용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 시장 전망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0C6A5F-AFD5-C206-5F24-8F32CF225A9E}"/>
              </a:ext>
            </a:extLst>
          </p:cNvPr>
          <p:cNvSpPr/>
          <p:nvPr/>
        </p:nvSpPr>
        <p:spPr>
          <a:xfrm>
            <a:off x="3510889" y="3545515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진료과별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의료관광 소비금액 추이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AF8F-6CBD-D94A-83FB-AC176726A594}"/>
              </a:ext>
            </a:extLst>
          </p:cNvPr>
          <p:cNvSpPr txBox="1"/>
          <p:nvPr/>
        </p:nvSpPr>
        <p:spPr>
          <a:xfrm>
            <a:off x="623454" y="1504372"/>
            <a:ext cx="87976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[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해외 매출 성장성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]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국내 미용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의료기기 기업의 해외 수출금액은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10.1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 달러로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b="1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여전히 </a:t>
            </a:r>
            <a:r>
              <a:rPr lang="ko-KR" altLang="en-US" sz="1200" b="1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성장룸이</a:t>
            </a:r>
            <a:r>
              <a:rPr lang="ko-KR" altLang="en-US" sz="1200" b="1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높다고 판단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전체 시장규모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270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 달러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en-US" altLang="ko-KR" sz="1200" b="1" dirty="0"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국내 주요 기업들 미국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유럽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중국 등의 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해외 시장 인허가 획득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&amp;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 현지 마케팅 강화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진출에 박차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[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의료관광 활성화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]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국내 의료관광 소비금액 중 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피부과가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18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년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15%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에서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24</a:t>
            </a:r>
            <a:r>
              <a:rPr lang="ko-KR" altLang="en-US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년 </a:t>
            </a:r>
            <a:r>
              <a:rPr lang="en-US" altLang="ko-KR" sz="1200" b="1" dirty="0"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49%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성장하며 독보적 비중을 차지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중국의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한한령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해제와 함께 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COVID19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이전 수준의 방한 관광객 수 회복 전망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중국인 입국자수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:16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810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만명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-&gt; 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460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명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 -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산업 분석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해외매출 성장과 의료관광 활성화에 따른 기대감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BA683828-5C9A-A132-36B9-CB8444D91B67}"/>
              </a:ext>
            </a:extLst>
          </p:cNvPr>
          <p:cNvGraphicFramePr/>
          <p:nvPr/>
        </p:nvGraphicFramePr>
        <p:xfrm>
          <a:off x="235264" y="3788795"/>
          <a:ext cx="288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2D55C40-5D2D-8427-8E8A-CBEC0F3E1F10}"/>
              </a:ext>
            </a:extLst>
          </p:cNvPr>
          <p:cNvGraphicFramePr/>
          <p:nvPr/>
        </p:nvGraphicFramePr>
        <p:xfrm>
          <a:off x="6665403" y="3811706"/>
          <a:ext cx="288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0BCF385-9B09-EA39-AA4D-E69C73EC80FC}"/>
              </a:ext>
            </a:extLst>
          </p:cNvPr>
          <p:cNvSpPr txBox="1"/>
          <p:nvPr/>
        </p:nvSpPr>
        <p:spPr>
          <a:xfrm>
            <a:off x="3510889" y="6216315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한국관광 </a:t>
            </a:r>
            <a:r>
              <a:rPr lang="ko-KR" altLang="ko-KR" sz="800" spc="-60" dirty="0" err="1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데이터랩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십억 원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220D1C-2E53-5EB1-0701-A2F18CC00328}"/>
              </a:ext>
            </a:extLst>
          </p:cNvPr>
          <p:cNvSpPr/>
          <p:nvPr/>
        </p:nvSpPr>
        <p:spPr>
          <a:xfrm>
            <a:off x="6665403" y="3545514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외국인 입국자 추이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F8208-713D-5787-94D0-689365859BA1}"/>
              </a:ext>
            </a:extLst>
          </p:cNvPr>
          <p:cNvSpPr txBox="1"/>
          <p:nvPr/>
        </p:nvSpPr>
        <p:spPr>
          <a:xfrm>
            <a:off x="6665403" y="6213803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</a:t>
            </a:r>
            <a:r>
              <a:rPr lang="ko-KR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한국관광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공사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백만 명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)</a:t>
            </a: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7F8C910-C125-8F12-9492-41F33B51D11F}"/>
              </a:ext>
            </a:extLst>
          </p:cNvPr>
          <p:cNvGraphicFramePr/>
          <p:nvPr/>
        </p:nvGraphicFramePr>
        <p:xfrm>
          <a:off x="3510889" y="3788795"/>
          <a:ext cx="288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2934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BAF6B-16B3-114C-10D1-2C6B41CC1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B2C137-418C-F17C-70EF-B38CF972D5C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7DA211-4A1A-96FE-F134-9E9EA411FB5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AF629C-C78C-5EFC-9F48-0B9EFB72CF2F}"/>
              </a:ext>
            </a:extLst>
          </p:cNvPr>
          <p:cNvSpPr/>
          <p:nvPr/>
        </p:nvSpPr>
        <p:spPr>
          <a:xfrm>
            <a:off x="399934" y="3083242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침습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비침습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최소침습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시술 건수 추이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6128B-44AB-CD4F-4C05-31A63DD6478B}"/>
              </a:ext>
            </a:extLst>
          </p:cNvPr>
          <p:cNvSpPr/>
          <p:nvPr/>
        </p:nvSpPr>
        <p:spPr>
          <a:xfrm>
            <a:off x="5085805" y="3083242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비침습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의료기기 장비 매출과 소모품 매출 추이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399936" y="1475425"/>
            <a:ext cx="9373061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업종 내 침습 시술의 점유율 감소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인한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비침습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/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최소침습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시술 고성장 전망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높은 마진율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소모품 교체 수요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최소침습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대비 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비침습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시장의 성장여력이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더 높다고 판단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마진율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높은 초기 장비 판매가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출시 후 유지되는 가격대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EBD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기업과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MIS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기업의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개년 평균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OPM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은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각각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45.3%, 30.3%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소모품 교체 수요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대표 소모품인 팁과 카트리지는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마진율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80%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이상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보툴리눔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톡신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필러는 단일 제품 반복 구매 구조로 소비자 이탈 가능성 존재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 -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산업 분석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비침습시술의 성장 전망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높은 마진율의 매출 구조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92904" y="6316220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399935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Mordor </a:t>
            </a:r>
            <a:r>
              <a:rPr lang="en-US" altLang="ko-KR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Inteligence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46CD13BC-2F4E-00C3-BABA-835F57CB0D92}"/>
              </a:ext>
            </a:extLst>
          </p:cNvPr>
          <p:cNvGraphicFramePr/>
          <p:nvPr/>
        </p:nvGraphicFramePr>
        <p:xfrm>
          <a:off x="399934" y="3248513"/>
          <a:ext cx="4320000" cy="307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694202A0-F808-62B2-DB56-23CF02CDD57F}"/>
              </a:ext>
            </a:extLst>
          </p:cNvPr>
          <p:cNvGraphicFramePr/>
          <p:nvPr/>
        </p:nvGraphicFramePr>
        <p:xfrm>
          <a:off x="5085805" y="3272435"/>
          <a:ext cx="4320000" cy="307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6578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BAF6B-16B3-114C-10D1-2C6B41CC1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B2C137-418C-F17C-70EF-B38CF972D5C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7DA211-4A1A-96FE-F134-9E9EA411FB5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AF629C-C78C-5EFC-9F48-0B9EFB72CF2F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부문별 매출 비중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6128B-44AB-CD4F-4C05-31A63DD6478B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제품 포트폴리오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399936" y="1475425"/>
            <a:ext cx="9001125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1)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클래시스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,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2)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클루덤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,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3)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스케덤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/</a:t>
            </a:r>
            <a:r>
              <a:rPr lang="ko-KR" altLang="en-US" sz="1200" dirty="0" err="1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슈링크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RX,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4)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구 이루다 품목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구성된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EBD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풀 포트폴리오 완성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해외 매출 비중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67.4%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글로벌 시장에서의 고성장 입증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BM: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장비 판매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설치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시술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-&gt;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 소모품 교체로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  <a:sym typeface="Wingdings" pitchFamily="2" charset="2"/>
              </a:rPr>
              <a:t>반복 매출 구조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 구축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Wingdings" pitchFamily="2" charset="2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년 장비 판매 성장에 따른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년 소모품 판매 증가로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Wingdings" pitchFamily="2" charset="2"/>
              </a:rPr>
              <a:t>매출 성장과 이익률 개선 전망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 –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기업 개요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92904" y="6316220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399935" y="6316220"/>
            <a:ext cx="431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 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(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%)</a:t>
            </a: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72420C1-4207-45D0-2E9B-8FD6ECDD03ED}"/>
              </a:ext>
            </a:extLst>
          </p:cNvPr>
          <p:cNvGraphicFramePr/>
          <p:nvPr/>
        </p:nvGraphicFramePr>
        <p:xfrm>
          <a:off x="399935" y="3246023"/>
          <a:ext cx="4320000" cy="307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8891B1F-77CF-0F9F-D48B-A94E1AD5C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01019"/>
              </p:ext>
            </p:extLst>
          </p:nvPr>
        </p:nvGraphicFramePr>
        <p:xfrm>
          <a:off x="5112773" y="3256729"/>
          <a:ext cx="4308157" cy="2770089"/>
        </p:xfrm>
        <a:graphic>
          <a:graphicData uri="http://schemas.openxmlformats.org/drawingml/2006/table">
            <a:tbl>
              <a:tblPr firstRow="1" firstCol="1" bandRow="1"/>
              <a:tblGrid>
                <a:gridCol w="862185">
                  <a:extLst>
                    <a:ext uri="{9D8B030D-6E8A-4147-A177-3AD203B41FA5}">
                      <a16:colId xmlns:a16="http://schemas.microsoft.com/office/drawing/2014/main" val="4052865482"/>
                    </a:ext>
                  </a:extLst>
                </a:gridCol>
                <a:gridCol w="861493">
                  <a:extLst>
                    <a:ext uri="{9D8B030D-6E8A-4147-A177-3AD203B41FA5}">
                      <a16:colId xmlns:a16="http://schemas.microsoft.com/office/drawing/2014/main" val="41728038"/>
                    </a:ext>
                  </a:extLst>
                </a:gridCol>
                <a:gridCol w="861493">
                  <a:extLst>
                    <a:ext uri="{9D8B030D-6E8A-4147-A177-3AD203B41FA5}">
                      <a16:colId xmlns:a16="http://schemas.microsoft.com/office/drawing/2014/main" val="2116644245"/>
                    </a:ext>
                  </a:extLst>
                </a:gridCol>
                <a:gridCol w="861493">
                  <a:extLst>
                    <a:ext uri="{9D8B030D-6E8A-4147-A177-3AD203B41FA5}">
                      <a16:colId xmlns:a16="http://schemas.microsoft.com/office/drawing/2014/main" val="2690799391"/>
                    </a:ext>
                  </a:extLst>
                </a:gridCol>
                <a:gridCol w="861493">
                  <a:extLst>
                    <a:ext uri="{9D8B030D-6E8A-4147-A177-3AD203B41FA5}">
                      <a16:colId xmlns:a16="http://schemas.microsoft.com/office/drawing/2014/main" val="2827786766"/>
                    </a:ext>
                  </a:extLst>
                </a:gridCol>
              </a:tblGrid>
              <a:tr h="5656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클래시스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 dirty="0" err="1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클루덤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스케덤</a:t>
                      </a:r>
                      <a:r>
                        <a:rPr lang="en-US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/</a:t>
                      </a:r>
                      <a:r>
                        <a:rPr lang="ko-KR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슈링크</a:t>
                      </a:r>
                      <a:r>
                        <a:rPr lang="en-US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RX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구 이루다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49598"/>
                  </a:ext>
                </a:extLst>
              </a:tr>
              <a:tr h="133096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대표 제품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7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7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7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052178"/>
                  </a:ext>
                </a:extLst>
              </a:tr>
              <a:tr h="2911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슈링크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아쿠아퓨어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볼리움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시크릿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797352"/>
                  </a:ext>
                </a:extLst>
              </a:tr>
              <a:tr h="2911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원리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집속초음파</a:t>
                      </a:r>
                      <a:r>
                        <a:rPr lang="en-US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(HIFU)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유공압제어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고주파</a:t>
                      </a:r>
                      <a:r>
                        <a:rPr lang="en-US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(RF)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마이크로니들</a:t>
                      </a:r>
                      <a:r>
                        <a:rPr lang="en-US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RF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(MNRF)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473522"/>
                  </a:ext>
                </a:extLst>
              </a:tr>
              <a:tr h="2911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효과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피부 </a:t>
                      </a:r>
                      <a:r>
                        <a:rPr lang="ko-KR" sz="7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리프팅</a:t>
                      </a: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및</a:t>
                      </a:r>
                      <a:endParaRPr lang="en-US" altLang="ko-KR" sz="7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주름</a:t>
                      </a:r>
                      <a:r>
                        <a:rPr lang="en-US" alt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탄력 개선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피부 정화</a:t>
                      </a:r>
                      <a:r>
                        <a:rPr lang="en-US" alt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 및 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재생 관리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탄력 및 붓기 개선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탄력 개선 및 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</a:rPr>
                        <a:t>모공 축소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689624"/>
                  </a:ext>
                </a:extLst>
              </a:tr>
            </a:tbl>
          </a:graphicData>
        </a:graphic>
      </p:graphicFrame>
      <p:pic>
        <p:nvPicPr>
          <p:cNvPr id="6192" name="그림 29" descr="기계, 원격, 제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7D87B4-5916-95B5-600A-FB75EC1D1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4" r="6259" b="4388"/>
          <a:stretch>
            <a:fillRect/>
          </a:stretch>
        </p:blipFill>
        <p:spPr bwMode="auto">
          <a:xfrm>
            <a:off x="6172313" y="3873903"/>
            <a:ext cx="45085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1" name="그림 30" descr="실린더, 등대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F9F9E89-0927-F51E-E4A5-9491B0F53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7" t="10002" r="39214" b="6255"/>
          <a:stretch>
            <a:fillRect/>
          </a:stretch>
        </p:blipFill>
        <p:spPr bwMode="auto">
          <a:xfrm>
            <a:off x="7089653" y="3892424"/>
            <a:ext cx="33655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0" name="그림 31">
            <a:extLst>
              <a:ext uri="{FF2B5EF4-FFF2-40B4-BE49-F238E27FC236}">
                <a16:creationId xmlns:a16="http://schemas.microsoft.com/office/drawing/2014/main" id="{E9EE97ED-1A31-7FB3-2165-530D2ACB8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3" t="3719" r="7527" b="5260"/>
          <a:stretch>
            <a:fillRect/>
          </a:stretch>
        </p:blipFill>
        <p:spPr bwMode="auto">
          <a:xfrm>
            <a:off x="7897702" y="3925889"/>
            <a:ext cx="438150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9" name="그림 32" descr="이루다, 시크릿RF 브라질 ANVISA 인증 획득 - 매일경제">
            <a:extLst>
              <a:ext uri="{FF2B5EF4-FFF2-40B4-BE49-F238E27FC236}">
                <a16:creationId xmlns:a16="http://schemas.microsoft.com/office/drawing/2014/main" id="{281C0F0D-35CE-8CA0-7AE5-06229DF20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6" t="-1324" r="28456" b="-2"/>
          <a:stretch>
            <a:fillRect/>
          </a:stretch>
        </p:blipFill>
        <p:spPr bwMode="auto">
          <a:xfrm>
            <a:off x="8815820" y="3883957"/>
            <a:ext cx="4445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02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480F9-D911-DFBA-18E3-B49FDC1DF3A6}"/>
              </a:ext>
            </a:extLst>
          </p:cNvPr>
          <p:cNvSpPr txBox="1"/>
          <p:nvPr/>
        </p:nvSpPr>
        <p:spPr>
          <a:xfrm>
            <a:off x="1068355" y="1898687"/>
            <a:ext cx="9517099" cy="100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32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1. </a:t>
            </a:r>
          </a:p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en-US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장비와 소모품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함께 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Class Up!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2581A-431A-F7DC-F8DC-59B843371026}"/>
              </a:ext>
            </a:extLst>
          </p:cNvPr>
          <p:cNvSpPr txBox="1"/>
          <p:nvPr/>
        </p:nvSpPr>
        <p:spPr>
          <a:xfrm>
            <a:off x="1176105" y="3354084"/>
            <a:ext cx="6615427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1-(1).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기술경쟁력을 통한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M/S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리프팅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1-(2).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소모품 고성장을 통한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OPM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리프팅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331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BAF6B-16B3-114C-10D1-2C6B41CC1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B2C137-418C-F17C-70EF-B38CF972D5C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7DA211-4A1A-96FE-F134-9E9EA411FB5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AF629C-C78C-5EFC-9F48-0B9EFB72CF2F}"/>
              </a:ext>
            </a:extLst>
          </p:cNvPr>
          <p:cNvSpPr/>
          <p:nvPr/>
        </p:nvSpPr>
        <p:spPr>
          <a:xfrm>
            <a:off x="399935" y="3280496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HIFU/RF 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타겟층 및 설명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6128B-44AB-CD4F-4C05-31A63DD6478B}"/>
              </a:ext>
            </a:extLst>
          </p:cNvPr>
          <p:cNvSpPr/>
          <p:nvPr/>
        </p:nvSpPr>
        <p:spPr>
          <a:xfrm>
            <a:off x="5081061" y="3283465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비교 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399936" y="1556056"/>
            <a:ext cx="9001125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슈링크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시리즈에서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볼뉴머까지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모두 시장 내 성공적으로 안착하며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동사의 산업 내 선도적 위치 확보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슈링크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시리즈는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23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기준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국내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HIFU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 점유율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55%,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국내 대형 네트워크 병원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600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여 곳 중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90%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 사용 중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기준 글로벌 누적 판매대수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1,700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대를 돌파하며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동사의 신성장동력이 될 것으로 전망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기술적 우위와 시장의 긍정적 평가를 기반으로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25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년 매출액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3,555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억 원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(YoY+46%) 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전망</a:t>
            </a:r>
            <a:endParaRPr lang="en-US" altLang="ko-KR" sz="4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5781374" cy="69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18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1. 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장비와 소모품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함께 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Class Up!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1-(1).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기술 경쟁력을 통한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M/S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리프팅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81061" y="6167402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399935" y="6275124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</a:t>
            </a:r>
          </a:p>
        </p:txBody>
      </p:sp>
      <p:pic>
        <p:nvPicPr>
          <p:cNvPr id="13" name="그림 1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177AC5E3-D20F-72B3-0409-D741D196225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 r="4749"/>
          <a:stretch/>
        </p:blipFill>
        <p:spPr>
          <a:xfrm>
            <a:off x="742518" y="3731429"/>
            <a:ext cx="3672951" cy="2507030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ACA2CAE-27E5-1F9D-9450-FC99F4562A3D}"/>
              </a:ext>
            </a:extLst>
          </p:cNvPr>
          <p:cNvGraphicFramePr>
            <a:graphicFrameLocks noGrp="1"/>
          </p:cNvGraphicFramePr>
          <p:nvPr/>
        </p:nvGraphicFramePr>
        <p:xfrm>
          <a:off x="5081061" y="3810851"/>
          <a:ext cx="4320000" cy="2342257"/>
        </p:xfrm>
        <a:graphic>
          <a:graphicData uri="http://schemas.openxmlformats.org/drawingml/2006/table">
            <a:tbl>
              <a:tblPr firstRow="1" firstCol="1" bandRow="1"/>
              <a:tblGrid>
                <a:gridCol w="1024704">
                  <a:extLst>
                    <a:ext uri="{9D8B030D-6E8A-4147-A177-3AD203B41FA5}">
                      <a16:colId xmlns:a16="http://schemas.microsoft.com/office/drawing/2014/main" val="616396699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733273431"/>
                    </a:ext>
                  </a:extLst>
                </a:gridCol>
                <a:gridCol w="911520">
                  <a:extLst>
                    <a:ext uri="{9D8B030D-6E8A-4147-A177-3AD203B41FA5}">
                      <a16:colId xmlns:a16="http://schemas.microsoft.com/office/drawing/2014/main" val="3353017655"/>
                    </a:ext>
                  </a:extLst>
                </a:gridCol>
                <a:gridCol w="979776">
                  <a:extLst>
                    <a:ext uri="{9D8B030D-6E8A-4147-A177-3AD203B41FA5}">
                      <a16:colId xmlns:a16="http://schemas.microsoft.com/office/drawing/2014/main" val="1595628370"/>
                    </a:ext>
                  </a:extLst>
                </a:gridCol>
              </a:tblGrid>
              <a:tr h="36432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HIFU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RF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MPT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038228"/>
                  </a:ext>
                </a:extLst>
              </a:tr>
              <a:tr h="43770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에너지 전달 방식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고강도 초음파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고주파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분할 초음파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51786"/>
                  </a:ext>
                </a:extLst>
              </a:tr>
              <a:tr h="43770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최대 시술 깊이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SMAS</a:t>
                      </a: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층</a:t>
                      </a: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(4.5mm)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진피층</a:t>
                      </a: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(3mm)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진피층</a:t>
                      </a: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(3mm)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754300"/>
                  </a:ext>
                </a:extLst>
              </a:tr>
              <a:tr h="66480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제공 효과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리프팅</a:t>
                      </a: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콜라겐 생성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표면 탄력 개선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잔주름 감소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균일 리프팅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495306"/>
                  </a:ext>
                </a:extLst>
              </a:tr>
              <a:tr h="43770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적용기기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슈링크</a:t>
                      </a: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&amp;</a:t>
                      </a: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슈링크 유니버스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볼뉴머</a:t>
                      </a:r>
                      <a:endParaRPr lang="ko-KR" sz="9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슈링크</a:t>
                      </a: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유니버스</a:t>
                      </a:r>
                      <a:endParaRPr lang="ko-KR" sz="9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599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05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47DC-C3F7-AF59-DE85-BE1AF7B1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DDF9CB-B294-2524-6C36-7726F0EF71F1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2885B6-E30A-85A3-A9D1-0CB0F863DD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B7E14F-20D9-1F22-EB0F-81934814B73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3857BA-6507-69A3-414C-8B60F2D6F8F2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754524-416D-29BA-5868-04CD1AEF3080}"/>
              </a:ext>
            </a:extLst>
          </p:cNvPr>
          <p:cNvSpPr/>
          <p:nvPr/>
        </p:nvSpPr>
        <p:spPr>
          <a:xfrm>
            <a:off x="399935" y="3280496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주요 기기 경쟁사 비교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27126E-1E13-3884-6C04-34434C3B6A40}"/>
              </a:ext>
            </a:extLst>
          </p:cNvPr>
          <p:cNvSpPr/>
          <p:nvPr/>
        </p:nvSpPr>
        <p:spPr>
          <a:xfrm>
            <a:off x="5081061" y="3283465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주요 제품 해외 진출 계획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EAAB2-E8D9-2BC6-581D-0A871C39BB34}"/>
              </a:ext>
            </a:extLst>
          </p:cNvPr>
          <p:cNvSpPr txBox="1"/>
          <p:nvPr/>
        </p:nvSpPr>
        <p:spPr>
          <a:xfrm>
            <a:off x="399936" y="1556056"/>
            <a:ext cx="9001125" cy="173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경쟁사 대비 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사용자 편의에 특화된 기술력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시장 내 지배력을 확대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&amp;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신규 글로벌 시장 진출 전망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1)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높은 정밀도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슈링크는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HIFU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MPT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MRF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통한 다층 정밀 타겟팅으로 부작용 발생 최소화하며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정밀도 부문 우위 확보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2)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낮은 통증 수준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MPT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미세 출력 조절로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RF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쿨링 시스템으로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사용자 통증을 줄이며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제품 선호도 개선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3)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시술시간 단축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초당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다중샷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기술로 경쟁사 대비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30%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이상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시술 시간 단축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환자의 만족도 향상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&amp;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병원의 시간당 시술 수 증가로 효율 개선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7FE33E-DC28-9B61-5AD7-4F349CE60865}"/>
              </a:ext>
            </a:extLst>
          </p:cNvPr>
          <p:cNvSpPr txBox="1"/>
          <p:nvPr/>
        </p:nvSpPr>
        <p:spPr>
          <a:xfrm>
            <a:off x="742518" y="704891"/>
            <a:ext cx="5781374" cy="69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18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1. 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장비와 소모품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함께 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Class Up!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499989-2383-F461-945A-DFE96F431BFB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58708-C1CD-6051-36C0-DCA916527799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1-(1).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기술 경쟁력을 통한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M/S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리프팅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774A9-9EF3-F24A-F68F-F85665189515}"/>
              </a:ext>
            </a:extLst>
          </p:cNvPr>
          <p:cNvSpPr txBox="1"/>
          <p:nvPr/>
        </p:nvSpPr>
        <p:spPr>
          <a:xfrm>
            <a:off x="5081061" y="6167402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53387-FFCB-B513-423A-3F72514DC452}"/>
              </a:ext>
            </a:extLst>
          </p:cNvPr>
          <p:cNvSpPr txBox="1"/>
          <p:nvPr/>
        </p:nvSpPr>
        <p:spPr>
          <a:xfrm>
            <a:off x="399935" y="6275124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C8F74D9E-7DE8-0B2E-1E92-DFAC18122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7045"/>
              </p:ext>
            </p:extLst>
          </p:nvPr>
        </p:nvGraphicFramePr>
        <p:xfrm>
          <a:off x="399935" y="3824370"/>
          <a:ext cx="4319999" cy="2158116"/>
        </p:xfrm>
        <a:graphic>
          <a:graphicData uri="http://schemas.openxmlformats.org/drawingml/2006/table">
            <a:tbl>
              <a:tblPr firstRow="1" firstCol="1" bandRow="1"/>
              <a:tblGrid>
                <a:gridCol w="571615">
                  <a:extLst>
                    <a:ext uri="{9D8B030D-6E8A-4147-A177-3AD203B41FA5}">
                      <a16:colId xmlns:a16="http://schemas.microsoft.com/office/drawing/2014/main" val="3240954559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248199279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907691487"/>
                    </a:ext>
                  </a:extLst>
                </a:gridCol>
                <a:gridCol w="795235">
                  <a:extLst>
                    <a:ext uri="{9D8B030D-6E8A-4147-A177-3AD203B41FA5}">
                      <a16:colId xmlns:a16="http://schemas.microsoft.com/office/drawing/2014/main" val="1306806793"/>
                    </a:ext>
                  </a:extLst>
                </a:gridCol>
                <a:gridCol w="863999">
                  <a:extLst>
                    <a:ext uri="{9D8B030D-6E8A-4147-A177-3AD203B41FA5}">
                      <a16:colId xmlns:a16="http://schemas.microsoft.com/office/drawing/2014/main" val="3215590318"/>
                    </a:ext>
                  </a:extLst>
                </a:gridCol>
              </a:tblGrid>
              <a:tr h="50499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　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슈링크</a:t>
                      </a:r>
                      <a:r>
                        <a:rPr lang="ko-KR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유니버스</a:t>
                      </a:r>
                      <a:r>
                        <a:rPr lang="en-US" altLang="ko-KR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(HIFU+MPT)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울쎄라</a:t>
                      </a:r>
                      <a:r>
                        <a:rPr lang="en-US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(HIFU)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볼뉴머</a:t>
                      </a:r>
                      <a:r>
                        <a:rPr lang="en-US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(RF)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써마지</a:t>
                      </a:r>
                      <a:r>
                        <a:rPr lang="en-US" sz="750" kern="100" spc="-60" dirty="0">
                          <a:solidFill>
                            <a:srgbClr val="FFFFFF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(RF)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53047"/>
                  </a:ext>
                </a:extLst>
              </a:tr>
              <a:tr h="3400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제조사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클래시스</a:t>
                      </a:r>
                      <a:r>
                        <a:rPr lang="en-US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</a:t>
                      </a:r>
                      <a:r>
                        <a:rPr lang="en-US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메르츠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sz="75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에스테틱스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독일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클래시스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솔타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메디컬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미국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01358"/>
                  </a:ext>
                </a:extLst>
              </a:tr>
              <a:tr h="5049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깊이 정밀도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높음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b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(MPT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 미세 조</a:t>
                      </a:r>
                      <a:r>
                        <a:rPr lang="ko-KR" alt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절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높</a:t>
                      </a:r>
                      <a:r>
                        <a:rPr lang="ko-KR" alt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음</a:t>
                      </a:r>
                      <a:br>
                        <a:rPr lang="en-US" alt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sz="75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DeepSEE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 확인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매우 높음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다층 정밀 타겟팅</a:t>
                      </a:r>
                      <a:r>
                        <a:rPr lang="en-US" alt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중간</a:t>
                      </a:r>
                      <a:endParaRPr lang="en-US" alt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단일 깊이</a:t>
                      </a:r>
                      <a:r>
                        <a:rPr lang="en-US" alt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제한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777691"/>
                  </a:ext>
                </a:extLst>
              </a:tr>
              <a:tr h="5049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통증 수준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낮음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(MPT 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부스터 적용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높</a:t>
                      </a:r>
                      <a:r>
                        <a:rPr lang="ko-KR" alt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음</a:t>
                      </a:r>
                      <a:endParaRPr lang="en-US" alt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집중 초음파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마취 필요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낮음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쿨링 시스템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높음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강한 열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쿨링 의존</a:t>
                      </a: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sz="750" kern="100" spc="-60" dirty="0">
                        <a:solidFill>
                          <a:srgbClr val="000000"/>
                        </a:solidFill>
                        <a:effectLst/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85280"/>
                  </a:ext>
                </a:extLst>
              </a:tr>
              <a:tr h="30304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5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시술 시간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20~30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40~60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30~40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60</a:t>
                      </a:r>
                      <a:r>
                        <a:rPr lang="ko-KR" sz="75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분 이상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041406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8844661B-8B38-CDF2-DD43-2EB579909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61" y="3945800"/>
            <a:ext cx="4320000" cy="179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05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5BAE-27C3-CB2E-0020-EB9C2B1B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E2A0DAD-2FE6-722F-9B0D-8DDA0E090ECF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ADE57B-9C39-E122-300D-62071C8D79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580842F-1251-3530-7C3E-E5557C74E40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633FA8-8E5D-266E-DA10-30B362E0FC21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1FA6-17CC-0AF8-AC2A-FEDE8AB34B3E}"/>
              </a:ext>
            </a:extLst>
          </p:cNvPr>
          <p:cNvSpPr/>
          <p:nvPr/>
        </p:nvSpPr>
        <p:spPr>
          <a:xfrm>
            <a:off x="399935" y="3280496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반복 소모품 수익 모델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09239F-E403-9704-9906-0DC16973FB14}"/>
              </a:ext>
            </a:extLst>
          </p:cNvPr>
          <p:cNvSpPr/>
          <p:nvPr/>
        </p:nvSpPr>
        <p:spPr>
          <a:xfrm>
            <a:off x="5081061" y="3283465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소모품 매출 비중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06B53A-8722-055E-CC4E-4FA536E8D256}"/>
              </a:ext>
            </a:extLst>
          </p:cNvPr>
          <p:cNvSpPr txBox="1"/>
          <p:nvPr/>
        </p:nvSpPr>
        <p:spPr>
          <a:xfrm>
            <a:off x="399936" y="1556056"/>
            <a:ext cx="900112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장비 누적 판매 대수가 증가할수록 이후 소모품 매출액도 증가하는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선순환 구조를 통한 지속적 수익 창출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소모품 매출 비중이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26%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약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45%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까지 증가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하며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OPM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31%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50%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증가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소모품의 낮은 원가율과 반복 구매를 통한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영업이익 개선 전망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354A9-FBD3-0B50-3D3E-49A81860C429}"/>
              </a:ext>
            </a:extLst>
          </p:cNvPr>
          <p:cNvSpPr txBox="1"/>
          <p:nvPr/>
        </p:nvSpPr>
        <p:spPr>
          <a:xfrm>
            <a:off x="742518" y="704891"/>
            <a:ext cx="5781374" cy="69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18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1. 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장비와 소모품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함께 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Class Up!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15B8AD-9876-A040-85A1-F0BD691BDC48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56EC3-7AD6-3A9F-CEB9-E6498FE9B968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1-(2).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소모품 고성장을 통한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OPM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리프팅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781AE-3CA3-8BFF-7B78-B7B069384E33}"/>
              </a:ext>
            </a:extLst>
          </p:cNvPr>
          <p:cNvSpPr txBox="1"/>
          <p:nvPr/>
        </p:nvSpPr>
        <p:spPr>
          <a:xfrm>
            <a:off x="5081061" y="6167402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3C6CB-F6A5-A051-5E88-3A8685726B42}"/>
              </a:ext>
            </a:extLst>
          </p:cNvPr>
          <p:cNvSpPr txBox="1"/>
          <p:nvPr/>
        </p:nvSpPr>
        <p:spPr>
          <a:xfrm>
            <a:off x="399935" y="6275124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AFE12D-D772-F434-57C0-C6F9DDAE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4" y="3830212"/>
            <a:ext cx="4312903" cy="1898507"/>
          </a:xfrm>
          <a:prstGeom prst="rect">
            <a:avLst/>
          </a:prstGeom>
        </p:spPr>
      </p:pic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7116E7A-22CE-5F69-4B3E-F437F98F4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3502433"/>
              </p:ext>
            </p:extLst>
          </p:nvPr>
        </p:nvGraphicFramePr>
        <p:xfrm>
          <a:off x="5081061" y="3492859"/>
          <a:ext cx="4320000" cy="2667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24722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7D5EBEE-BF35-384F-4955-467771554351}"/>
              </a:ext>
            </a:extLst>
          </p:cNvPr>
          <p:cNvGraphicFramePr>
            <a:graphicFrameLocks/>
          </p:cNvGraphicFramePr>
          <p:nvPr/>
        </p:nvGraphicFramePr>
        <p:xfrm>
          <a:off x="3510889" y="3870716"/>
          <a:ext cx="288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85510-86C6-CC86-B649-69BB01F96838}"/>
              </a:ext>
            </a:extLst>
          </p:cNvPr>
          <p:cNvSpPr txBox="1"/>
          <p:nvPr/>
        </p:nvSpPr>
        <p:spPr>
          <a:xfrm>
            <a:off x="356375" y="6267288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source: </a:t>
            </a:r>
            <a:r>
              <a:rPr lang="ko-KR" altLang="en-US" sz="800" spc="-60" dirty="0" err="1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클래시스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천 대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십억 원</a:t>
            </a:r>
            <a:endParaRPr lang="en-US" altLang="ko-KR" sz="800" dirty="0">
              <a:latin typeface="KoPubWorldDotum Light" pitchFamily="2" charset="-127"/>
              <a:ea typeface="KoPubWorldDotum Light" pitchFamily="2" charset="-127"/>
              <a:cs typeface="KoPubWorldDotum Light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274673-7414-6E75-DF30-0E97F0425EE7}"/>
              </a:ext>
            </a:extLst>
          </p:cNvPr>
          <p:cNvSpPr/>
          <p:nvPr/>
        </p:nvSpPr>
        <p:spPr>
          <a:xfrm>
            <a:off x="356375" y="3558357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해외 장비 설치 및 소모품 비중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0C6A5F-AFD5-C206-5F24-8F32CF225A9E}"/>
              </a:ext>
            </a:extLst>
          </p:cNvPr>
          <p:cNvSpPr/>
          <p:nvPr/>
        </p:nvSpPr>
        <p:spPr>
          <a:xfrm>
            <a:off x="3521163" y="3545515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소모품 비중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/OPM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추이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7" y="704891"/>
            <a:ext cx="5922885" cy="69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18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1. 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장비와 소모품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함께 </a:t>
            </a:r>
            <a:r>
              <a:rPr lang="en-US" altLang="ko-KR" sz="18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Class Up!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1-(2).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소모품 고성장을 통한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OPM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리프팅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BCF385-9B09-EA39-AA4D-E69C73EC80FC}"/>
              </a:ext>
            </a:extLst>
          </p:cNvPr>
          <p:cNvSpPr txBox="1"/>
          <p:nvPr/>
        </p:nvSpPr>
        <p:spPr>
          <a:xfrm>
            <a:off x="3510889" y="6267288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spc="-60" dirty="0" err="1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클래시스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  </a:t>
            </a:r>
            <a:r>
              <a:rPr lang="ko-KR" altLang="en-US" sz="80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220D1C-2E53-5EB1-0701-A2F18CC00328}"/>
              </a:ext>
            </a:extLst>
          </p:cNvPr>
          <p:cNvSpPr/>
          <p:nvPr/>
        </p:nvSpPr>
        <p:spPr>
          <a:xfrm>
            <a:off x="6665403" y="3545514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소모품 포트폴리오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F8208-713D-5787-94D0-689365859BA1}"/>
              </a:ext>
            </a:extLst>
          </p:cNvPr>
          <p:cNvSpPr txBox="1"/>
          <p:nvPr/>
        </p:nvSpPr>
        <p:spPr>
          <a:xfrm>
            <a:off x="6665403" y="6213803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</a:t>
            </a:r>
            <a:r>
              <a:rPr lang="ko-KR" altLang="en-US" sz="800" spc="-60" dirty="0" err="1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클래시스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  </a:t>
            </a:r>
            <a:endParaRPr lang="en-US" altLang="ko-KR" sz="800" dirty="0">
              <a:latin typeface="KoPubWorldDotum Light" pitchFamily="2" charset="-127"/>
              <a:ea typeface="KoPubWorldDotum Light" pitchFamily="2" charset="-127"/>
              <a:cs typeface="KoPubWorldDotum Light" pitchFamily="2" charset="-127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D4149D52-2A6D-0A8E-696E-07422DF7F344}"/>
              </a:ext>
            </a:extLst>
          </p:cNvPr>
          <p:cNvGraphicFramePr/>
          <p:nvPr/>
        </p:nvGraphicFramePr>
        <p:xfrm>
          <a:off x="356375" y="3751935"/>
          <a:ext cx="288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그림 14" descr="텍스트, 스크린샷, 플라스틱이(가) 표시된 사진&#10;&#10;자동 생성된 설명">
            <a:extLst>
              <a:ext uri="{FF2B5EF4-FFF2-40B4-BE49-F238E27FC236}">
                <a16:creationId xmlns:a16="http://schemas.microsoft.com/office/drawing/2014/main" id="{B5700133-5942-2ACA-6644-8BB34EB8C4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402" y="4028761"/>
            <a:ext cx="2880000" cy="19606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72B59F-F653-909B-9AF7-3519B80F67F1}"/>
              </a:ext>
            </a:extLst>
          </p:cNvPr>
          <p:cNvSpPr txBox="1"/>
          <p:nvPr/>
        </p:nvSpPr>
        <p:spPr>
          <a:xfrm>
            <a:off x="399936" y="1556056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폭발적인 장비 판매 증가에 따라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25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년 소모품 매출 동반 성장 전망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장비 매출 인식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분기 후 소모품 매출 발생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장비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소모품 간 높은 상관관계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상관계수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0.77)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소모품 매출액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1,322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억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(YoY+20%)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전망</a:t>
            </a:r>
            <a:endParaRPr lang="en-US" altLang="ko-KR" sz="1200" u="sng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카트리지 마진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70~90%,</a:t>
            </a:r>
            <a:r>
              <a:rPr lang="ko-KR" altLang="en-US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팁 마진 </a:t>
            </a:r>
            <a:r>
              <a:rPr lang="en-US" altLang="ko-KR" sz="1200" u="sng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50~70%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고마진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제품으로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25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년 영업이익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1,854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억원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(YoY+51%),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OPM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 </a:t>
            </a:r>
            <a:r>
              <a:rPr lang="en-US" altLang="ko-KR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52% </a:t>
            </a:r>
            <a:r>
              <a:rPr lang="ko-KR" altLang="en-US" sz="1200" dirty="0">
                <a:latin typeface="KoPubWorldDotum Bold" panose="00000800000000000000" pitchFamily="2" charset="-127"/>
                <a:ea typeface="KoPubWorldDotum Bold" panose="00000800000000000000" pitchFamily="2" charset="-127"/>
                <a:cs typeface="KoPubWorldDotum Bold" panose="00000800000000000000" pitchFamily="2" charset="-127"/>
              </a:rPr>
              <a:t>전망</a:t>
            </a:r>
            <a:endParaRPr lang="en-US" altLang="ko-KR" sz="12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724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9C89-E92E-C1FA-1EAA-801B9D5E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269391C7-48B9-CCFF-2270-8BE1C3DEECD5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2369373-7638-7857-D0B1-6B80A82ACB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0426A1E-EE21-36D0-CE4E-FCFD5EC9A237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05CC87F6-3523-E54A-9077-FB76A86E02B9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1BDB324F-3265-AC03-E106-35B284F9A106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D6D12-1D80-126E-8F2F-A2FBE78C4982}"/>
              </a:ext>
            </a:extLst>
          </p:cNvPr>
          <p:cNvSpPr txBox="1"/>
          <p:nvPr/>
        </p:nvSpPr>
        <p:spPr>
          <a:xfrm>
            <a:off x="921527" y="1898687"/>
            <a:ext cx="9517099" cy="100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32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Point 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Global</a:t>
            </a:r>
            <a:r>
              <a:rPr lang="ko-KR" altLang="en-US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시장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Glory</a:t>
            </a:r>
            <a:r>
              <a:rPr lang="ko-KR" altLang="en-US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 확대</a:t>
            </a: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920DD-B727-842A-CA58-B1C4D3DD0BDF}"/>
              </a:ext>
            </a:extLst>
          </p:cNvPr>
          <p:cNvSpPr txBox="1"/>
          <p:nvPr/>
        </p:nvSpPr>
        <p:spPr>
          <a:xfrm>
            <a:off x="921527" y="3024493"/>
            <a:ext cx="6615427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-(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). 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클래시스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美국과 유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Love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</a:t>
            </a:r>
            <a:endParaRPr lang="en-US" altLang="ko-KR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2-(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). 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중국시장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볼뉴머를 통해 볼륨 업</a:t>
            </a:r>
            <a:endParaRPr lang="en-US" altLang="ko-KR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2-(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). 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 </a:t>
            </a:r>
            <a:r>
              <a:rPr lang="en-US" altLang="ko-KR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r>
              <a:rPr lang="ko-KR" altLang="en-US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효자가 될 태국시장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854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29399"/>
            <a:ext cx="9906000" cy="228601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CA4B2-E199-AC35-104B-EDC77CEE65FA}"/>
              </a:ext>
            </a:extLst>
          </p:cNvPr>
          <p:cNvSpPr txBox="1"/>
          <p:nvPr/>
        </p:nvSpPr>
        <p:spPr>
          <a:xfrm>
            <a:off x="5092904" y="6316220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85510-86C6-CC86-B649-69BB01F96838}"/>
              </a:ext>
            </a:extLst>
          </p:cNvPr>
          <p:cNvSpPr txBox="1"/>
          <p:nvPr/>
        </p:nvSpPr>
        <p:spPr>
          <a:xfrm>
            <a:off x="399935" y="6316220"/>
            <a:ext cx="431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Mordor Inteligence, RFS Team 2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274673-7414-6E75-DF30-0E97F0425EE7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피부 리프팅 장비 시장 점유율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0C6A5F-AFD5-C206-5F24-8F32CF225A9E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 유럽 내 주요 제품별 예상 출시 일정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AF8F-6CBD-D94A-83FB-AC176726A594}"/>
              </a:ext>
            </a:extLst>
          </p:cNvPr>
          <p:cNvSpPr txBox="1"/>
          <p:nvPr/>
        </p:nvSpPr>
        <p:spPr>
          <a:xfrm>
            <a:off x="399936" y="1486891"/>
            <a:ext cx="900112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기수출국의 지속적인 수요로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24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해외 매출액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846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억원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(YoY+34%)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기록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반면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글로벌 피부 리프팅 장비 시장의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40%/17%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차지하는 미국과 유럽의 경우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본격적인 진출이 이루어지지 않은 상태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기존 시장에서의 입증된 경쟁력과 성장률을 고려하였을 때 해외 시장 내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충분한 성장여력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남아있다고 판단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2-(1)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美국과 유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Love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글로벌 빅마켓 진출을 통한 해외 매출 성장 가속화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563DAD80-E70A-1666-C8F6-6D9800A71B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7664539"/>
              </p:ext>
            </p:extLst>
          </p:nvPr>
        </p:nvGraphicFramePr>
        <p:xfrm>
          <a:off x="399732" y="3142998"/>
          <a:ext cx="4313107" cy="307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BE6D5D1-C22D-447B-A815-53D7E4DC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001018"/>
              </p:ext>
            </p:extLst>
          </p:nvPr>
        </p:nvGraphicFramePr>
        <p:xfrm>
          <a:off x="5225015" y="3470113"/>
          <a:ext cx="4005672" cy="2131752"/>
        </p:xfrm>
        <a:graphic>
          <a:graphicData uri="http://schemas.openxmlformats.org/drawingml/2006/table">
            <a:tbl>
              <a:tblPr firstRow="1" firstCol="1" bandRow="1"/>
              <a:tblGrid>
                <a:gridCol w="1335224">
                  <a:extLst>
                    <a:ext uri="{9D8B030D-6E8A-4147-A177-3AD203B41FA5}">
                      <a16:colId xmlns:a16="http://schemas.microsoft.com/office/drawing/2014/main" val="406970393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1325144435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2423445404"/>
                    </a:ext>
                  </a:extLst>
                </a:gridCol>
              </a:tblGrid>
              <a:tr h="31621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b="1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제품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예상 출시 시점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7393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미국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(FDA)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3105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624881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906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유럽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(CE-MDR)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76309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5181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6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820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7FDF-F57F-08C6-EF63-C11399DC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34B39C-2ED2-7221-6743-E7B370826B50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EE96BB-41A9-0FB6-E6A2-78B5CE8CFC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CD376C-AD69-E1C1-01E9-95786A09DA6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641F5E-1A75-E4CE-B8AE-FA5465E2ADF3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98C125-D172-F205-1D3A-88D94BDFE6C2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피부 리프팅 장비 시장 점유율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92F05E-A271-4DEE-A92E-6F5CA0917D04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 유럽 내 주요 제품별 예상 출시 일정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91DD4-E13A-6717-F66C-668DC6FA9E4B}"/>
              </a:ext>
            </a:extLst>
          </p:cNvPr>
          <p:cNvSpPr txBox="1"/>
          <p:nvPr/>
        </p:nvSpPr>
        <p:spPr>
          <a:xfrm>
            <a:off x="399936" y="1475425"/>
            <a:ext cx="9206459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25E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미국향 장비 매출액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257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(YoY+675%)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전망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24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볼뉴머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FDA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승인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10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카르테사 에스테틱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MOU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체결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카르테사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압도적인 유통망을 기반의 성장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미국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캐나다 전 지역에 의료미용제품 유통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-&gt; Medspa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고객 넓게 확보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가격경쟁력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우수한 시술 퀄리티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소모품 증가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통한 성공적인 진출 전망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샷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:100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만원대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써마지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600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샷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300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만원대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마취 유무 등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3Q25 Secret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Max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출시 예정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신제품 출시와 함께 매출 성장 가속화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0FA8B9-8622-D004-B100-C295F717A98D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2-(1)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美국과 유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Love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8D7241-A8EE-E8EB-C3B5-2A25FAC9D3D0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698872-187C-E0DF-F583-E9C4FA77237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24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월 볼뉴머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FDA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승인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미국시장으로의 진출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3C79E03F-C517-2400-1DD3-0891308BC3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382511"/>
              </p:ext>
            </p:extLst>
          </p:nvPr>
        </p:nvGraphicFramePr>
        <p:xfrm>
          <a:off x="399732" y="3142998"/>
          <a:ext cx="4313107" cy="307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4AEAF976-3ACE-C4C5-89A3-5432541D9048}"/>
              </a:ext>
            </a:extLst>
          </p:cNvPr>
          <p:cNvGraphicFramePr>
            <a:graphicFrameLocks noGrp="1"/>
          </p:cNvGraphicFramePr>
          <p:nvPr/>
        </p:nvGraphicFramePr>
        <p:xfrm>
          <a:off x="5225015" y="3470113"/>
          <a:ext cx="4005672" cy="2131752"/>
        </p:xfrm>
        <a:graphic>
          <a:graphicData uri="http://schemas.openxmlformats.org/drawingml/2006/table">
            <a:tbl>
              <a:tblPr firstRow="1" firstCol="1" bandRow="1"/>
              <a:tblGrid>
                <a:gridCol w="1335224">
                  <a:extLst>
                    <a:ext uri="{9D8B030D-6E8A-4147-A177-3AD203B41FA5}">
                      <a16:colId xmlns:a16="http://schemas.microsoft.com/office/drawing/2014/main" val="406970393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1325144435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2423445404"/>
                    </a:ext>
                  </a:extLst>
                </a:gridCol>
              </a:tblGrid>
              <a:tr h="31621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b="1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제품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예상 출시 시점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7393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미국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(FDA)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3105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624881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906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유럽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(CE-MDR)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76309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5181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671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C9B3185-13EB-0F4E-DE49-3809CA7329EA}"/>
              </a:ext>
            </a:extLst>
          </p:cNvPr>
          <p:cNvSpPr txBox="1"/>
          <p:nvPr/>
        </p:nvSpPr>
        <p:spPr>
          <a:xfrm>
            <a:off x="5092904" y="6316220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0649A-0238-D335-0323-50B255B61F45}"/>
              </a:ext>
            </a:extLst>
          </p:cNvPr>
          <p:cNvSpPr txBox="1"/>
          <p:nvPr/>
        </p:nvSpPr>
        <p:spPr>
          <a:xfrm>
            <a:off x="399935" y="6316220"/>
            <a:ext cx="431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Mordor Inteligence, RFS Team 2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7647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C16F-4871-03C4-AB07-AA402860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315CFC-D2E7-2F7C-76E2-AB35722C39E8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0F7E24-A166-9509-D580-6C7AB2FE3F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DACADF-EC9B-8EF5-F07D-CD763EB7854B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D14BBD-8DE8-C683-805A-BDAA2D4A55D4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4322D0-790D-7725-0B9C-1A99444F3811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피부 리프팅 장비 시장 점유율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1F0735-2AED-0D09-4358-2689866F0C88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 유럽 내 주요 제품별 예상 출시 일정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42A625-B2F8-3FC4-84EC-58663F20E3D8}"/>
              </a:ext>
            </a:extLst>
          </p:cNvPr>
          <p:cNvSpPr txBox="1"/>
          <p:nvPr/>
        </p:nvSpPr>
        <p:spPr>
          <a:xfrm>
            <a:off x="399936" y="1475425"/>
            <a:ext cx="900112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26E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유럽향 장비 매출액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184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 전망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UltraformerⅢ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수출 레코드 존재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다음 세대 제품의 잠재 고객 확보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하반기부터 영국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독일 등 주요국 진출이 본격화 될 예정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이루다의 수출 레코드를 통해 유럽 시장 진출 가속화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이루다는 미국의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큐테라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 계약 후 미국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유럽 중심으로 수출을 확대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B6B3F0-CB56-1F8F-6444-444AA5E7B121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2-(1)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美국과 유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Love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C74733-8002-3429-C35B-6F809A7A1C71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272C4-C003-67E5-86C5-721EFA44E28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2Q25,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볼뉴머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및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Ultraformer MPT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CE-MDR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승인 예정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CCDAF37E-6835-D677-5E83-3251A43DF29F}"/>
              </a:ext>
            </a:extLst>
          </p:cNvPr>
          <p:cNvGraphicFramePr/>
          <p:nvPr/>
        </p:nvGraphicFramePr>
        <p:xfrm>
          <a:off x="399732" y="3142998"/>
          <a:ext cx="4313107" cy="307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14E4382F-1D04-9DB0-98D8-45EF88240FCC}"/>
              </a:ext>
            </a:extLst>
          </p:cNvPr>
          <p:cNvGraphicFramePr>
            <a:graphicFrameLocks noGrp="1"/>
          </p:cNvGraphicFramePr>
          <p:nvPr/>
        </p:nvGraphicFramePr>
        <p:xfrm>
          <a:off x="5225015" y="3470113"/>
          <a:ext cx="4005672" cy="2131752"/>
        </p:xfrm>
        <a:graphic>
          <a:graphicData uri="http://schemas.openxmlformats.org/drawingml/2006/table">
            <a:tbl>
              <a:tblPr firstRow="1" firstCol="1" bandRow="1"/>
              <a:tblGrid>
                <a:gridCol w="1335224">
                  <a:extLst>
                    <a:ext uri="{9D8B030D-6E8A-4147-A177-3AD203B41FA5}">
                      <a16:colId xmlns:a16="http://schemas.microsoft.com/office/drawing/2014/main" val="406970393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1325144435"/>
                    </a:ext>
                  </a:extLst>
                </a:gridCol>
                <a:gridCol w="1335224">
                  <a:extLst>
                    <a:ext uri="{9D8B030D-6E8A-4147-A177-3AD203B41FA5}">
                      <a16:colId xmlns:a16="http://schemas.microsoft.com/office/drawing/2014/main" val="2423445404"/>
                    </a:ext>
                  </a:extLst>
                </a:gridCol>
              </a:tblGrid>
              <a:tr h="31621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b="1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제품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예상 출시 시점</a:t>
                      </a:r>
                      <a:endParaRPr lang="ko-KR" sz="1200" b="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7393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미국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(FDA)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3105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624881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90641"/>
                  </a:ext>
                </a:extLst>
              </a:tr>
              <a:tr h="302590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유럽</a:t>
                      </a: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(CE-MDR)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Everesse(Volnewmer)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76309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Ultraformer MPT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2Q25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51814"/>
                  </a:ext>
                </a:extLst>
              </a:tr>
              <a:tr h="3025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Max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2027E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671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A29092F-061D-29D0-BA82-B1B2001757F1}"/>
              </a:ext>
            </a:extLst>
          </p:cNvPr>
          <p:cNvSpPr txBox="1"/>
          <p:nvPr/>
        </p:nvSpPr>
        <p:spPr>
          <a:xfrm>
            <a:off x="5092904" y="6316220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F5F6E-AFA9-9968-1EFB-E304C55ABA38}"/>
              </a:ext>
            </a:extLst>
          </p:cNvPr>
          <p:cNvSpPr txBox="1"/>
          <p:nvPr/>
        </p:nvSpPr>
        <p:spPr>
          <a:xfrm>
            <a:off x="399935" y="6316220"/>
            <a:ext cx="431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Mordor Inteligence, RFS Team 2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242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BAF6B-16B3-114C-10D1-2C6B41CC1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B2C137-418C-F17C-70EF-B38CF972D5C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7DA211-4A1A-96FE-F134-9E9EA411FB5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AF629C-C78C-5EFC-9F48-0B9EFB72CF2F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 미용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 시장 규모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6128B-44AB-CD4F-4C05-31A63DD6478B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22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중국 비수술 의료미용시장 소비 비중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399936" y="1475425"/>
            <a:ext cx="9001125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2H24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현지 성능 및 임상 테스트 완료 후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26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중국 진출 예정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(HIFU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RF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제품 인허가 동시 진행 중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 미용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의료기기 시장의 규모는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23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2,666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억원 위안 규모로 전 세계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Top 3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규모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 미용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의료기기 시장의 트렌드는 성형수술에서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비수술적 미용 시술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변하고 있으며 그 중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광전방식의 시술 비중이 큼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과거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K-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뷰티의 붐을 이끌었던 중국이 이제는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K-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의료미용의 선두주자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주목할 시점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2-(2)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중국시장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볼뉴머를 통해 볼륨 업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클래시스의 무대는 커져간다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85806" y="6219309"/>
            <a:ext cx="43152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iMedia Research,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407032" y="6284231"/>
            <a:ext cx="43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중상산업연구원데이터센터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억 위안</a:t>
            </a:r>
            <a:endParaRPr lang="en-US" altLang="ko-KR" sz="80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78CF8AA5-A6D3-D751-0357-515EF2DD6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128151"/>
              </p:ext>
            </p:extLst>
          </p:nvPr>
        </p:nvGraphicFramePr>
        <p:xfrm>
          <a:off x="399935" y="3296246"/>
          <a:ext cx="4320000" cy="2923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3E7E0B62-E5D2-9A8C-4670-EF25683D4E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378576"/>
              </p:ext>
            </p:extLst>
          </p:nvPr>
        </p:nvGraphicFramePr>
        <p:xfrm>
          <a:off x="5085806" y="3310321"/>
          <a:ext cx="4315255" cy="265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58981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1A3A-5B54-AFB4-EDEF-97B9389F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153DABC-B408-E728-EEC7-FEFDA8A36F55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F4FF36-BBCD-D24A-3F12-EAD6485243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69CBA1C-E405-D6AD-FC6B-A62B2665A0D5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EDFF7A-AE2B-648B-9742-B28229FF18A5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031A7A-17CF-5B3B-7DF4-2C579FB4A49B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22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중국 의료미용 항목별 소비 비율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06129D-43C6-DDA0-E94E-72E7FBDB9586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상하이 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인당 가처분 소득 대비 시술 가격 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69BB85-8520-B512-E7FC-B5D01E6A1B52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 중국 시장내 주류제품인 써마지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(RF)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 레이저 시술은 높은 가격과 제한적인 효과로 인해 소비자의 니즈를 충족시키지 못하고 있음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동사는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RF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기반 리프팅 기술과 동양인 피부 특성에 최적화된 미용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의료기기 보유 </a:t>
            </a:r>
            <a:endParaRPr lang="en-US" altLang="ko-KR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볼뉴머는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콜라겐 리모델링을 유도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하며 통증이 적고 회복이 빠르며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색소침착을 최소화</a:t>
            </a:r>
            <a:endParaRPr lang="en-US" altLang="ko-KR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써마지와 유사한 효과를 제공하며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가격 경쟁력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보유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볼뉴머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회당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8,000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위안 수준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써마지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26,000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위안 수준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7A718-3147-2406-1597-22D566E7B445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2-(2)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중국시장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볼뉴머를 통해 볼륨 업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131DA6-6F9B-6EDA-4E09-4AA3CC61C040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F8381A-F470-E35B-6E7E-6445E210723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 내 클래시스의 우위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B59FB-4962-74C2-A407-B3BDE7C31DD7}"/>
              </a:ext>
            </a:extLst>
          </p:cNvPr>
          <p:cNvSpPr txBox="1"/>
          <p:nvPr/>
        </p:nvSpPr>
        <p:spPr>
          <a:xfrm>
            <a:off x="5085806" y="6289075"/>
            <a:ext cx="43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KITA,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8A71D-ECFD-9779-7045-CBE318A56B6B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아이루이컨설팅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15683457-1E65-EC8B-53FF-B0F6CB056A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088370"/>
              </p:ext>
            </p:extLst>
          </p:nvPr>
        </p:nvGraphicFramePr>
        <p:xfrm>
          <a:off x="407032" y="3336237"/>
          <a:ext cx="4312903" cy="2887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3D114FD1-E498-961E-3F93-756F5F823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7844162"/>
              </p:ext>
            </p:extLst>
          </p:nvPr>
        </p:nvGraphicFramePr>
        <p:xfrm>
          <a:off x="5131636" y="3302100"/>
          <a:ext cx="4269425" cy="2922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54180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B84E-A6DF-35ED-34A1-5A18F20A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CE71758-5E74-356E-ED4F-81EA025559B2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3200FB-1231-3612-A55B-9F2D7161D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6FC90E6-F824-5DA9-B50E-65BD0CE9FEC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5D2BBB7-BA8A-A5CA-1C53-E8760FB66ECE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8B60DF-2C70-C104-74F3-D592CD6A2ECD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연도별 방한 중국인 수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07E470-7E54-5039-020C-312BF27996F7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방한 중국인 의료 관광객 수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FF3204-6912-69A2-31B2-6A77255205D8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 내 광전방식 비수술적 미용 시술 수요 증가에 방한 중국인 의료관광객이 증가 중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한한령 해제 기대감과 함께 지난해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중국인 입국자 수는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460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명까지 증가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한한령 이전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16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810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명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의료 목적 방한 관광객 중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의료미용 비중은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23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약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50%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증가한 후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24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80%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기록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 내 의료미용 수요 증가 및 공급 부족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방한 중국인 의료미용 관광객 증가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내수 의료미용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Q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증가</a:t>
            </a:r>
            <a:endParaRPr lang="en-US" altLang="ko-KR" sz="120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ADB7EB-8764-A9B3-5FBC-47F90AA81312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2-(2)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중국시장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볼뉴머를 통해 볼륨 업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D97435-AE49-DD9D-2C67-FA3AB21F5005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F014C9-ACD9-F503-07A9-FC6F632608C8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방한 중국인 의료관광객 증가로 내수도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Q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성장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75F8E-8460-FF3A-536B-CACE57111144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Statista,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천명</a:t>
            </a:r>
            <a:endParaRPr lang="en-US" altLang="ko-KR" sz="80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D5500-AEA1-EE2C-8509-C8AEF417B681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인천연구원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만 명</a:t>
            </a:r>
            <a:endParaRPr lang="en-US" altLang="ko-KR" sz="80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A846B7EC-C8F9-008E-4E8B-4191C6024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784404"/>
              </p:ext>
            </p:extLst>
          </p:nvPr>
        </p:nvGraphicFramePr>
        <p:xfrm>
          <a:off x="407031" y="3205342"/>
          <a:ext cx="4312903" cy="2947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BC97190F-C50A-65D7-4D32-7F0BBA3CCF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318757"/>
              </p:ext>
            </p:extLst>
          </p:nvPr>
        </p:nvGraphicFramePr>
        <p:xfrm>
          <a:off x="5085805" y="3278918"/>
          <a:ext cx="4312903" cy="2947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92629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665C-B7B2-79F6-D7C1-9E04A21E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6CEF999-51FC-1122-1990-9302CB6C8BA9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E02E0A-C909-EA9B-2FC6-D3CCCE06C4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66E0D00-522D-60F3-95D6-34826E4333F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2CE04A5-7829-F7B8-036C-8B952B8397DE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30F63B-966B-ABAE-8860-0FC7A158916C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태국 비침습시술 규모 추이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9F4132-E3E6-2ABC-9CC2-304854E67E37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EBD 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침투율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AE3CF-0082-A107-D6D6-B8AC8821E19F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25E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태국향 장비 매출액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120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+7%)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전망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높은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EBD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침투율을 가진 태국 시장 성장 본격화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태국은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동남아시아 최대 규모의 에스테틱 시장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매년 큰 폭으로 성장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태국의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HIFU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와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MRF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침투율은 각각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38.7%/23%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수준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우리나라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40.7%/28%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유사한 수준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24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2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볼뉴머 론칭 후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대형 프랜차이즈 클리닉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SLC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 지점 볼뉴머 납품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172881-69F3-8C8D-BEF6-1E8BB4AA2C27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2-(3)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</a:t>
            </a:r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효자가 될 태국시장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F1FBA2-E4C2-92B0-831F-D03C7525D42F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4A83D-609A-7A39-B458-E0C4C742457C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태국에서 성장하기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5A025-88EA-1EF3-CFF8-F55A9C95A676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ISAPS,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E5436-AE9E-9470-7451-674F5D296126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태국 미용피부성형학회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억 원</a:t>
            </a:r>
            <a:endParaRPr lang="en-US" altLang="ko-KR" sz="80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789CD7E3-3462-7B45-1841-C2CBD6EAC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516423"/>
              </p:ext>
            </p:extLst>
          </p:nvPr>
        </p:nvGraphicFramePr>
        <p:xfrm>
          <a:off x="407032" y="3120758"/>
          <a:ext cx="4312903" cy="3130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4413AAE9-06BB-FBE9-A04B-788B970EF0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29861"/>
              </p:ext>
            </p:extLst>
          </p:nvPr>
        </p:nvGraphicFramePr>
        <p:xfrm>
          <a:off x="7350298" y="3111550"/>
          <a:ext cx="2055508" cy="3130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004D42D-6316-B446-D3BE-344A63E6DA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050293"/>
              </p:ext>
            </p:extLst>
          </p:nvPr>
        </p:nvGraphicFramePr>
        <p:xfrm>
          <a:off x="5079885" y="3121381"/>
          <a:ext cx="2219729" cy="3110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50600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C225-7339-26DD-CE96-F5D04EB9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E19B0CD0-3DA5-E490-8856-D250B9D5B244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F176C92-CB68-8018-F41A-8358097427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2317D65-A3A5-5770-C893-8A984D8B5622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024A6188-4430-54D8-992D-888723C0113F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9445534C-233C-BEC2-B9A3-8F7A406BE9FD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BE8AD-77F5-9219-157A-56E29AD84586}"/>
              </a:ext>
            </a:extLst>
          </p:cNvPr>
          <p:cNvSpPr txBox="1"/>
          <p:nvPr/>
        </p:nvSpPr>
        <p:spPr>
          <a:xfrm>
            <a:off x="921527" y="1898687"/>
            <a:ext cx="9517099" cy="100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32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Point 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No.1</a:t>
            </a:r>
            <a:r>
              <a:rPr lang="ko-KR" altLang="en-US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꿈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이루다와 함께 이루다</a:t>
            </a: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D0149-48C9-CFDA-D954-9B669F43B2B1}"/>
              </a:ext>
            </a:extLst>
          </p:cNvPr>
          <p:cNvSpPr txBox="1"/>
          <p:nvPr/>
        </p:nvSpPr>
        <p:spPr>
          <a:xfrm>
            <a:off x="921527" y="3024493"/>
            <a:ext cx="6615427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3-(1).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포트폴리오 다각화를 이루다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3-(2).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글로벌 유통망 확대를 이루다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881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0869E-2949-D579-E702-3DE91227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E36C0B-E519-00EA-5D0C-5D2668AD3DA9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F6C165-D600-4BE6-662C-677A87E28B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247DE8B-5E55-873B-DF8B-B46F6BD753C4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A484DC-B0E6-F10F-AD08-07DB36A6DF5F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1F29C7-85B6-8EDF-84D7-7845A1C3196E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에너지원별 시장규모 비중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23754C-F916-9608-8D62-56907B1E1751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지역별 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EBD 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침투율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4F408-2297-4DD3-D443-2C34B7359995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25E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 부문 매출액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641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(YoY+123%)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전망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이루다 편입을 통해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1)EBD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시장 내 가파른 성장의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MNRF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분야 제품군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(Secret, Secret Max)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2)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레이저 제품군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리팟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제품 포트폴리오에 편입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통합 포트폴리오 구축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통해 </a:t>
            </a:r>
            <a:r>
              <a:rPr lang="en-US" altLang="ko-KR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EBD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시장에서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다양한 소비자의 수요를 충족</a:t>
            </a:r>
            <a:r>
              <a:rPr lang="en-US" altLang="ko-KR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경쟁력을 강화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할 것으로 전망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양사 제품의 </a:t>
            </a:r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패키지 판매를 통한 시장 지배력 강화 </a:t>
            </a: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또한 가능</a:t>
            </a:r>
            <a:endParaRPr lang="en-US" altLang="ko-KR" sz="12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2B0AC6-6DBB-4E6D-1E4C-C23D17B2C407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3-(1) </a:t>
            </a:r>
            <a:r>
              <a:rPr lang="ko-KR" altLang="en-US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포트폴리오 다각화를 이루다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B4122C9-1036-8E8B-9116-C39EC4EFE91F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448EF2-8ADE-6EED-DFCB-93ADD8F3BA27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EBD(HIFU/MRF/MNRF)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전 품목 포트폴리오 보유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47318F-C822-3769-2B6C-8CD47A458B4F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9CEE8-CBAF-6100-97C7-2130BC75B463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언론종합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                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27A5334C-CC54-B430-7D7B-6EA4287659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4223090"/>
              </p:ext>
            </p:extLst>
          </p:nvPr>
        </p:nvGraphicFramePr>
        <p:xfrm>
          <a:off x="407032" y="3174714"/>
          <a:ext cx="4312902" cy="3011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2578732-52DE-E6F6-7FF8-ED25C9D93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59633"/>
              </p:ext>
            </p:extLst>
          </p:nvPr>
        </p:nvGraphicFramePr>
        <p:xfrm>
          <a:off x="5085806" y="3241400"/>
          <a:ext cx="4320000" cy="2988001"/>
        </p:xfrm>
        <a:graphic>
          <a:graphicData uri="http://schemas.openxmlformats.org/drawingml/2006/table">
            <a:tbl>
              <a:tblPr firstRow="1" firstCol="1" bandRow="1"/>
              <a:tblGrid>
                <a:gridCol w="494924">
                  <a:extLst>
                    <a:ext uri="{9D8B030D-6E8A-4147-A177-3AD203B41FA5}">
                      <a16:colId xmlns:a16="http://schemas.microsoft.com/office/drawing/2014/main" val="4134951454"/>
                    </a:ext>
                  </a:extLst>
                </a:gridCol>
                <a:gridCol w="1124066">
                  <a:extLst>
                    <a:ext uri="{9D8B030D-6E8A-4147-A177-3AD203B41FA5}">
                      <a16:colId xmlns:a16="http://schemas.microsoft.com/office/drawing/2014/main" val="103108989"/>
                    </a:ext>
                  </a:extLst>
                </a:gridCol>
                <a:gridCol w="826818">
                  <a:extLst>
                    <a:ext uri="{9D8B030D-6E8A-4147-A177-3AD203B41FA5}">
                      <a16:colId xmlns:a16="http://schemas.microsoft.com/office/drawing/2014/main" val="3089856174"/>
                    </a:ext>
                  </a:extLst>
                </a:gridCol>
                <a:gridCol w="833261">
                  <a:extLst>
                    <a:ext uri="{9D8B030D-6E8A-4147-A177-3AD203B41FA5}">
                      <a16:colId xmlns:a16="http://schemas.microsoft.com/office/drawing/2014/main" val="34173841"/>
                    </a:ext>
                  </a:extLst>
                </a:gridCol>
                <a:gridCol w="1040931">
                  <a:extLst>
                    <a:ext uri="{9D8B030D-6E8A-4147-A177-3AD203B41FA5}">
                      <a16:colId xmlns:a16="http://schemas.microsoft.com/office/drawing/2014/main" val="4168127785"/>
                    </a:ext>
                  </a:extLst>
                </a:gridCol>
              </a:tblGrid>
              <a:tr h="32281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 err="1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클래시스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이루다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102176"/>
                  </a:ext>
                </a:extLst>
              </a:tr>
              <a:tr h="5373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에너지원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플랫폼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카트리지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/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팁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플랫폼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카트리지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/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팁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473460"/>
                  </a:ext>
                </a:extLst>
              </a:tr>
              <a:tr h="730268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HIFU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슈링크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</a:t>
                      </a:r>
                      <a:b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슈링크 유니버스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종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77791"/>
                  </a:ext>
                </a:extLst>
              </a:tr>
              <a:tr h="32281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MRF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볼뉴머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종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733367"/>
                  </a:ext>
                </a:extLst>
              </a:tr>
              <a:tr h="669643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MNRF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시크릿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b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시크릿 맥스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종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시크릿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b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3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종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시크릿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Max)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56044"/>
                  </a:ext>
                </a:extLst>
              </a:tr>
              <a:tr h="40509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레이저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리팟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13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627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C539-0D1A-5428-2C24-249D594C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CCBBCE-9BF4-275C-0243-14E4F7CB2192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CF8408-4F41-528A-4CAB-550667B24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26FB66F-B7A2-8A40-8483-354893ADF200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DADCF1-037E-203A-DEE3-EACD1F8D99F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2061CC-F9E4-8A11-F680-6E0C962B355F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 국가별 인증 품목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9E77A09-168C-F546-72BE-49DABAEFE6AC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 수출 레코드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EB775C-ED7C-2196-62BC-C7FD414DDFE6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이루다 편입을 통한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상호보완적 지역 포트폴리오 기반 대리점 네트워크 최적화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이루다의 기존 파트너십을 통한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GTM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역량 강화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클래시스는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남미와 아시아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중심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이루다는 미국과 유럽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시장에서 강점 보유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동사는 이루다의 경험 및 자원을 활용해 진입 초기 단계인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미국과 유럽 시장 진입 가속화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이루다는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’18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큐테라와의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유통계약을 통해 시크릿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RF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 시크릿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PRO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 진출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개국 진출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4C13A7-CB7F-4E0F-6633-B94DB6D598DC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3-(2)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유통망 확대를 이루다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0192A0-57A9-6B49-AC0F-182DDCA6ADF0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742DC-19E2-2A19-8AB5-9A4F1F70EF2F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상호보완적인 지역 포트폴리오 형성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4C263-8469-4978-74A1-463C5BFC9F72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이루다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AE09B-6097-2473-9DB9-49F41F4DAF30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이루다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                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250F921-5AED-7C7C-00BE-DA775140C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593915"/>
              </p:ext>
            </p:extLst>
          </p:nvPr>
        </p:nvGraphicFramePr>
        <p:xfrm>
          <a:off x="407031" y="3205342"/>
          <a:ext cx="4312904" cy="3110880"/>
        </p:xfrm>
        <a:graphic>
          <a:graphicData uri="http://schemas.openxmlformats.org/drawingml/2006/table">
            <a:tbl>
              <a:tblPr firstRow="1" firstCol="1" bandRow="1"/>
              <a:tblGrid>
                <a:gridCol w="1078226">
                  <a:extLst>
                    <a:ext uri="{9D8B030D-6E8A-4147-A177-3AD203B41FA5}">
                      <a16:colId xmlns:a16="http://schemas.microsoft.com/office/drawing/2014/main" val="874539441"/>
                    </a:ext>
                  </a:extLst>
                </a:gridCol>
                <a:gridCol w="1078226">
                  <a:extLst>
                    <a:ext uri="{9D8B030D-6E8A-4147-A177-3AD203B41FA5}">
                      <a16:colId xmlns:a16="http://schemas.microsoft.com/office/drawing/2014/main" val="612625202"/>
                    </a:ext>
                  </a:extLst>
                </a:gridCol>
                <a:gridCol w="1078226">
                  <a:extLst>
                    <a:ext uri="{9D8B030D-6E8A-4147-A177-3AD203B41FA5}">
                      <a16:colId xmlns:a16="http://schemas.microsoft.com/office/drawing/2014/main" val="3224218037"/>
                    </a:ext>
                  </a:extLst>
                </a:gridCol>
                <a:gridCol w="1078226">
                  <a:extLst>
                    <a:ext uri="{9D8B030D-6E8A-4147-A177-3AD203B41FA5}">
                      <a16:colId xmlns:a16="http://schemas.microsoft.com/office/drawing/2014/main" val="3871655533"/>
                    </a:ext>
                  </a:extLst>
                </a:gridCol>
              </a:tblGrid>
              <a:tr h="281455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6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브라질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중국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877469"/>
                  </a:ext>
                </a:extLst>
              </a:tr>
              <a:tr h="80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레이저 의료기기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VIKINI, FRAXIS, CuRAS,</a:t>
                      </a:r>
                      <a:b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</a:b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reepot, Veluxe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CICU-f, VIKINI,</a:t>
                      </a:r>
                      <a:b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</a:b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CuRAS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785353"/>
                  </a:ext>
                </a:extLst>
              </a:tr>
              <a:tr h="4042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고주파 의료기기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RF, Torr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RF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RF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613089"/>
                  </a:ext>
                </a:extLst>
              </a:tr>
              <a:tr h="80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복합 의료기기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FRAXIS DUO,</a:t>
                      </a:r>
                      <a:b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</a:b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DUO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Secret DUO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23255"/>
                  </a:ext>
                </a:extLst>
              </a:tr>
              <a:tr h="80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 의료기기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RetiCapture,</a:t>
                      </a:r>
                      <a:b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</a:b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Acutron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Ultra-Beaujet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09269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67A2A75-4E36-9212-BCDF-62D0132D7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12279"/>
              </p:ext>
            </p:extLst>
          </p:nvPr>
        </p:nvGraphicFramePr>
        <p:xfrm>
          <a:off x="5085806" y="3205342"/>
          <a:ext cx="4312902" cy="3110874"/>
        </p:xfrm>
        <a:graphic>
          <a:graphicData uri="http://schemas.openxmlformats.org/drawingml/2006/table">
            <a:tbl>
              <a:tblPr firstRow="1" firstCol="1" bandRow="1"/>
              <a:tblGrid>
                <a:gridCol w="1077778">
                  <a:extLst>
                    <a:ext uri="{9D8B030D-6E8A-4147-A177-3AD203B41FA5}">
                      <a16:colId xmlns:a16="http://schemas.microsoft.com/office/drawing/2014/main" val="3714509291"/>
                    </a:ext>
                  </a:extLst>
                </a:gridCol>
                <a:gridCol w="1617562">
                  <a:extLst>
                    <a:ext uri="{9D8B030D-6E8A-4147-A177-3AD203B41FA5}">
                      <a16:colId xmlns:a16="http://schemas.microsoft.com/office/drawing/2014/main" val="3648580266"/>
                    </a:ext>
                  </a:extLst>
                </a:gridCol>
                <a:gridCol w="1617562">
                  <a:extLst>
                    <a:ext uri="{9D8B030D-6E8A-4147-A177-3AD203B41FA5}">
                      <a16:colId xmlns:a16="http://schemas.microsoft.com/office/drawing/2014/main" val="2353135255"/>
                    </a:ext>
                  </a:extLst>
                </a:gridCol>
              </a:tblGrid>
              <a:tr h="2992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클래시스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이루다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95079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남미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브라질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1640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북미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303296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아시아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태국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일본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대만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인도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433136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유럽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터키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34111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CIS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CIS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899277"/>
                  </a:ext>
                </a:extLst>
              </a:tr>
              <a:tr h="46860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MEA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　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UAE, 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사우디</a:t>
                      </a:r>
                      <a:endParaRPr lang="ko-KR" sz="12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881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717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F1B3-2AB1-A28A-632F-37293FD1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54DF147-118C-C89C-072E-AB594D4B6F17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9C7EF5-3367-E722-4266-1615DAD957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9C968E-6841-9CA8-2E47-C1DCC0643BEF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DEB497F1-495C-F6F0-093B-A9887A86237B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D6515121-6912-D49A-9577-A5859266C8CB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17BFC-BF1B-A11C-3703-1285E00A0499}"/>
              </a:ext>
            </a:extLst>
          </p:cNvPr>
          <p:cNvSpPr txBox="1"/>
          <p:nvPr/>
        </p:nvSpPr>
        <p:spPr>
          <a:xfrm>
            <a:off x="921527" y="1898687"/>
            <a:ext cx="9517099" cy="100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en-US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Valuation </a:t>
            </a:r>
          </a:p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3200" b="1" kern="100" spc="-6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Historical PER</a:t>
            </a: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0591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E17C-B4C6-0E9C-4A0A-885AFC5A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9A7648-9232-87BA-B1ED-C559119857FD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6257E2-954D-E4DC-0496-D9354457DE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A165EDC-38B0-DBC3-9656-AC0033F774A8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EE154A-A39B-43BE-BE98-547215A5D54F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966967-D686-E980-AD9D-F6D3B55A2B6E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Historcial</a:t>
            </a:r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PER Valuation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5D2978-7A47-59FE-8C16-05C2B97EC6B3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PER Band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F5D7FE-D588-1CDC-B63B-6B44F261D04C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년은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미국과 유럽의 수출 본격화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 이루어지는 시점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브라질 수출 호조 및 해외 매출 확대 본격화 모멘텀으로 주가가 상승하였던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21,22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12m </a:t>
            </a:r>
            <a:r>
              <a:rPr lang="en-US" altLang="ko-KR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Fwd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PER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평균에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50%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할증한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Target PER 35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프리미엄의 근거는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내수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및 해외 매출 동반 성장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기수출국 이상 시장규모를 지닌 신규 시장 진출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3)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이루다와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합병 시너지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목표주가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77,900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상승여력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34.3%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투자의견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BUY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제시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94549F-59CF-6133-D6EE-9D082965859E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5CA172-F692-3844-700E-72132581A98A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37CD1-7360-27A4-5DDF-8C3A4904EAB2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Historical PER</a:t>
            </a:r>
            <a:r>
              <a:rPr lang="ko-KR" altLang="en-US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Valuation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A7A635-8F04-F712-45D3-1F8D1E218A88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클래시스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93645-5C83-68A3-080B-F17C8787D01C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               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E385BE3-58D3-CFF4-42A0-2FD08E1A6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713894"/>
              </p:ext>
            </p:extLst>
          </p:nvPr>
        </p:nvGraphicFramePr>
        <p:xfrm>
          <a:off x="399936" y="3174799"/>
          <a:ext cx="4319999" cy="3110873"/>
        </p:xfrm>
        <a:graphic>
          <a:graphicData uri="http://schemas.openxmlformats.org/drawingml/2006/table">
            <a:tbl>
              <a:tblPr firstRow="1" firstCol="1" bandRow="1"/>
              <a:tblGrid>
                <a:gridCol w="1251803">
                  <a:extLst>
                    <a:ext uri="{9D8B030D-6E8A-4147-A177-3AD203B41FA5}">
                      <a16:colId xmlns:a16="http://schemas.microsoft.com/office/drawing/2014/main" val="238192584"/>
                    </a:ext>
                  </a:extLst>
                </a:gridCol>
                <a:gridCol w="1152131">
                  <a:extLst>
                    <a:ext uri="{9D8B030D-6E8A-4147-A177-3AD203B41FA5}">
                      <a16:colId xmlns:a16="http://schemas.microsoft.com/office/drawing/2014/main" val="3404585862"/>
                    </a:ext>
                  </a:extLst>
                </a:gridCol>
                <a:gridCol w="726558">
                  <a:extLst>
                    <a:ext uri="{9D8B030D-6E8A-4147-A177-3AD203B41FA5}">
                      <a16:colId xmlns:a16="http://schemas.microsoft.com/office/drawing/2014/main" val="3255513432"/>
                    </a:ext>
                  </a:extLst>
                </a:gridCol>
                <a:gridCol w="1189507">
                  <a:extLst>
                    <a:ext uri="{9D8B030D-6E8A-4147-A177-3AD203B41FA5}">
                      <a16:colId xmlns:a16="http://schemas.microsoft.com/office/drawing/2014/main" val="3963163825"/>
                    </a:ext>
                  </a:extLst>
                </a:gridCol>
              </a:tblGrid>
              <a:tr h="1944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항목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내용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단위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비고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650264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25E 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당기순이익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147,350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백만원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(A) 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추정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347203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Target P/E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배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(B) 21,22 FWD PER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675450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적정 기업가치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51,020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억 원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(C)=(A)x(B)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814383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발행 주식 수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65,505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천 주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(D)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236111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적정주가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77,887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원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(E)=(C)/(D)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97110"/>
                  </a:ext>
                </a:extLst>
              </a:tr>
              <a:tr h="3259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목표주가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77,900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원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b="1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74698"/>
                  </a:ext>
                </a:extLst>
              </a:tr>
              <a:tr h="377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현재주가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181,600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원</a:t>
                      </a: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25.04.01 </a:t>
                      </a: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종가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87090"/>
                  </a:ext>
                </a:extLst>
              </a:tr>
              <a:tr h="3259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ko-KR" sz="10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상승여력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34.3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(%)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  <a:tabLst>
                          <a:tab pos="1371600" algn="l"/>
                        </a:tabLst>
                      </a:pPr>
                      <a:r>
                        <a:rPr lang="en-US" sz="10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413427"/>
                  </a:ext>
                </a:extLst>
              </a:tr>
            </a:tbl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634EDC67-9F9F-8C92-B2E2-897D46080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824001"/>
              </p:ext>
            </p:extLst>
          </p:nvPr>
        </p:nvGraphicFramePr>
        <p:xfrm>
          <a:off x="5085806" y="3174799"/>
          <a:ext cx="3980262" cy="296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303FA99-C80C-E38B-5945-C20DC64096DE}"/>
              </a:ext>
            </a:extLst>
          </p:cNvPr>
          <p:cNvSpPr txBox="1"/>
          <p:nvPr/>
        </p:nvSpPr>
        <p:spPr>
          <a:xfrm>
            <a:off x="8959152" y="4036868"/>
            <a:ext cx="472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40.0</a:t>
            </a:r>
            <a:endParaRPr lang="ko-KR" altLang="en-US" sz="16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D29CA-2E39-B1D6-4850-6F1DD1102957}"/>
              </a:ext>
            </a:extLst>
          </p:cNvPr>
          <p:cNvSpPr txBox="1"/>
          <p:nvPr/>
        </p:nvSpPr>
        <p:spPr>
          <a:xfrm>
            <a:off x="8967222" y="4454344"/>
            <a:ext cx="472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30.0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B72B9-46A0-54EA-F894-D67CC8DA24A7}"/>
              </a:ext>
            </a:extLst>
          </p:cNvPr>
          <p:cNvSpPr txBox="1"/>
          <p:nvPr/>
        </p:nvSpPr>
        <p:spPr>
          <a:xfrm>
            <a:off x="8967222" y="4871820"/>
            <a:ext cx="472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20.0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F8FFF-DC1B-4910-759F-2BDC51305B14}"/>
              </a:ext>
            </a:extLst>
          </p:cNvPr>
          <p:cNvSpPr txBox="1"/>
          <p:nvPr/>
        </p:nvSpPr>
        <p:spPr>
          <a:xfrm>
            <a:off x="8967222" y="5289296"/>
            <a:ext cx="4727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10.0</a:t>
            </a:r>
          </a:p>
        </p:txBody>
      </p:sp>
    </p:spTree>
    <p:extLst>
      <p:ext uri="{BB962C8B-B14F-4D97-AF65-F5344CB8AC3E}">
        <p14:creationId xmlns:p14="http://schemas.microsoft.com/office/powerpoint/2010/main" val="2002896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6661-5BD9-F52E-E612-49095663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ED8268-C4A7-9D92-A667-6EA765EB983C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1F1588-D78C-E2E5-9978-140C0FB5D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4C87783-5E71-9E2F-325D-64B4063F222B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D72E6F-70BC-F833-D9E1-1B1672094397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49B1C95-362A-9EBC-CDEC-8BC6F525F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8237"/>
              </p:ext>
            </p:extLst>
          </p:nvPr>
        </p:nvGraphicFramePr>
        <p:xfrm>
          <a:off x="201000" y="1447569"/>
          <a:ext cx="9504000" cy="4715265"/>
        </p:xfrm>
        <a:graphic>
          <a:graphicData uri="http://schemas.openxmlformats.org/drawingml/2006/table">
            <a:tbl>
              <a:tblPr firstRow="1" firstCol="1" bandRow="1"/>
              <a:tblGrid>
                <a:gridCol w="864000">
                  <a:extLst>
                    <a:ext uri="{9D8B030D-6E8A-4147-A177-3AD203B41FA5}">
                      <a16:colId xmlns:a16="http://schemas.microsoft.com/office/drawing/2014/main" val="407859357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807287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67046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6350191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6411174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295472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801978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0329246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4615762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955001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0945849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0271932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94238428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43053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6947455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2309499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11931054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(</a:t>
                      </a:r>
                      <a:r>
                        <a:rPr 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: </a:t>
                      </a:r>
                      <a:r>
                        <a:rPr 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백만원</a:t>
                      </a: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1Q25E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2Q25E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3Q25E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4Q25E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798843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전체 매출액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35,382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32,686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33,268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40,467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38,974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45,897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48,243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47,008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50,349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58,773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59,414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74,403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80,585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82,456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91,471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100,950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356480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YoY%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915337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의료기기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34,293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31,395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32,305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39,694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38,207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45,263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47,201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45,445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48,692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56,963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58,746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61,334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66,075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66,651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72,950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80,484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4702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500217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클래시스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20,541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17,134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15,520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20,992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18,353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21,957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25,822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23,847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20,798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29,894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31,539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28,757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32,403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35,838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38,405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42,456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757667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13716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235257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클루덤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1,994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2,305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1,523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2,094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1,168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1,532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882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1,513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1,398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1,004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1,196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1,289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1,222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1,178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1,221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1,227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700053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13716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624673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소모품 등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11,758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11,956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15,262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16,608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18,686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21,774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20,497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20,085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26,496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26,065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26,011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31,288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32,451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29,635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33,325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36,801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59334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13716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474719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이루다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11,684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13,129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14,494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17,335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19,150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726050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771490"/>
                  </a:ext>
                </a:extLst>
              </a:tr>
              <a:tr h="310340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화장품 및 개인용 미용기기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578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690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241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640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1,274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1,365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1,546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1,165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1,127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1,068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948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1,077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39651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566562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601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491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393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253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243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420424"/>
                  </a:ext>
                </a:extLst>
              </a:tr>
              <a:tr h="279728">
                <a:tc>
                  <a:txBody>
                    <a:bodyPr/>
                    <a:lstStyle/>
                    <a:p>
                      <a:pPr indent="68580" algn="l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% of sales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206474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A45B9F-58F8-8CA2-9DFC-EBAAA20C9B0F}"/>
              </a:ext>
            </a:extLst>
          </p:cNvPr>
          <p:cNvSpPr/>
          <p:nvPr/>
        </p:nvSpPr>
        <p:spPr>
          <a:xfrm>
            <a:off x="191088" y="837218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추정 </a:t>
            </a:r>
            <a:r>
              <a:rPr lang="en-US" altLang="ko-KR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Table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5150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CCC1-D6D1-E99C-B79F-E95EAFF2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200F92-1F55-3274-D90C-436505712109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3B9B2A-AAA4-2D4D-18EC-BA13A81571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0508F35-4D46-CA40-C144-C8A5B4B2C066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CEB4FC-5BD1-7E64-C9E7-93295BEFDD1F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59CD05-388E-B24C-044B-451AB7A9AEFF}"/>
              </a:ext>
            </a:extLst>
          </p:cNvPr>
          <p:cNvSpPr/>
          <p:nvPr/>
        </p:nvSpPr>
        <p:spPr>
          <a:xfrm>
            <a:off x="191088" y="837218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추정 손익계산서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C9E5929-9721-8600-DDC3-1C2B54F37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87796"/>
              </p:ext>
            </p:extLst>
          </p:nvPr>
        </p:nvGraphicFramePr>
        <p:xfrm>
          <a:off x="191088" y="1360366"/>
          <a:ext cx="9446481" cy="4948919"/>
        </p:xfrm>
        <a:graphic>
          <a:graphicData uri="http://schemas.openxmlformats.org/drawingml/2006/table">
            <a:tbl>
              <a:tblPr firstRow="1" firstCol="1" bandRow="1"/>
              <a:tblGrid>
                <a:gridCol w="1049609">
                  <a:extLst>
                    <a:ext uri="{9D8B030D-6E8A-4147-A177-3AD203B41FA5}">
                      <a16:colId xmlns:a16="http://schemas.microsoft.com/office/drawing/2014/main" val="500467959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4107677636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2063098304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426708504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2940654081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2231251732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943577930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2868469237"/>
                    </a:ext>
                  </a:extLst>
                </a:gridCol>
                <a:gridCol w="1049609">
                  <a:extLst>
                    <a:ext uri="{9D8B030D-6E8A-4147-A177-3AD203B41FA5}">
                      <a16:colId xmlns:a16="http://schemas.microsoft.com/office/drawing/2014/main" val="105077534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(</a:t>
                      </a:r>
                      <a:r>
                        <a:rPr 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단위</a:t>
                      </a: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: </a:t>
                      </a:r>
                      <a:r>
                        <a:rPr 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백만원</a:t>
                      </a:r>
                      <a:r>
                        <a:rPr lang="en-US" altLang="ko-KR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Bold" panose="00000800000000000000" pitchFamily="2" charset="-127"/>
                          <a:cs typeface="KoPubWorld돋움체 Bold" panose="00000800000000000000" pitchFamily="2" charset="-127"/>
                        </a:rPr>
                        <a:t>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1Q25E</a:t>
                      </a:r>
                      <a:endParaRPr lang="ko-KR" sz="800" kern="100" spc="-6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2Q25E</a:t>
                      </a:r>
                      <a:endParaRPr lang="ko-KR" sz="800" kern="100" spc="-6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3Q25E</a:t>
                      </a:r>
                      <a:endParaRPr lang="ko-KR" sz="800" kern="100" spc="-6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chemeClr val="tx1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4Q25E</a:t>
                      </a:r>
                      <a:endParaRPr lang="ko-KR" sz="800" kern="100" spc="-6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83184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매출액 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50,349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58,773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59,414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74,403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80,585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82,456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91,471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100,950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8300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매출원가 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10,177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11,228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12,814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17,593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18119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17582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18442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19180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566251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(%) 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20.2%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19.1%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21.6%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23.6%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239091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매출총이익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40,172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47,545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46,600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56,810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62,466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64,874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73,029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81,769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94882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GPM(%)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79.8%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80.9%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78.4%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76.4%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79%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773856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판매비와 관리비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13,694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16,326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17,648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21,004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22,080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22,582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24,968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27,636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401001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(%) 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27.2%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27.8%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29.7%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28.2%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32089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 </a:t>
                      </a: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영업이익 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26,478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31,219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28,952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35,806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40,386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42,292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48,061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54,133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44135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OPM(%)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52.6%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53.1%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48.7%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48.1%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53%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i="1" kern="0" spc="0">
                          <a:solidFill>
                            <a:srgbClr val="757171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54%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9647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지분법손익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-823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-511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414645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금융수익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6,480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4,854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-3,060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15,933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2,419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2,419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2,419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2,419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022927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금융비용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-536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-2,675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-144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-938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-938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-938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-938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89832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기타수익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565686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기타비용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-346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-1,241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-12,190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76573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법인세차감전순이익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32,056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34,573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22,394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38,912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41,357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43,263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49,031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55,104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09157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법인세비용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(6,002)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(7,961)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(5,909)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(10,515)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(9,027)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(9,405)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(10,680)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(12,292)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263043"/>
                  </a:ext>
                </a:extLst>
              </a:tr>
              <a:tr h="278407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당기순이익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26,084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26,580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16,485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28,398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32,329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33,857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38,351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42,812</a:t>
                      </a:r>
                      <a:endParaRPr lang="ko-KR" sz="8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06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4069</TotalTime>
  <Words>3635</Words>
  <Application>Microsoft Office PowerPoint</Application>
  <PresentationFormat>A4 용지(210x297mm)</PresentationFormat>
  <Paragraphs>894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KoPubWorldDotum Bold</vt:lpstr>
      <vt:lpstr>KoPubWorldDotum Light</vt:lpstr>
      <vt:lpstr>KoPubWorld돋움체 Bold</vt:lpstr>
      <vt:lpstr>KoPubWorld돋움체 Light</vt:lpstr>
      <vt:lpstr>KoPubWorld돋움체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채현기</cp:lastModifiedBy>
  <cp:revision>433</cp:revision>
  <dcterms:created xsi:type="dcterms:W3CDTF">2017-02-27T14:22:35Z</dcterms:created>
  <dcterms:modified xsi:type="dcterms:W3CDTF">2025-04-02T15:13:24Z</dcterms:modified>
</cp:coreProperties>
</file>